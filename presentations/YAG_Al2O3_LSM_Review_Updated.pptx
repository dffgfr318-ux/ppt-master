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b969f5d26943fd" /><Relationship Type="http://schemas.openxmlformats.org/officeDocument/2006/relationships/extended-properties" Target="/docProps/app.xml" Id="R6d63e537236e48df" /><Relationship Type="http://schemas.openxmlformats.org/officeDocument/2006/relationships/officeDocument" Target="/ppt/presentation.xml" Id="Re8dc088fd482474c" /></Relationships>
</file>

<file path=ppt/presentation.xml><?xml version="1.0" encoding="utf-8"?>
<p:presentation xmlns:p="http://schemas.openxmlformats.org/presentationml/2006/main">
  <p:sldMasterIdLst>
    <p:sldMasterId xmlns:r="http://schemas.openxmlformats.org/officeDocument/2006/relationships" id="2147483648" r:id="R75061c4b80ab458e"/>
  </p:sldMasterIdLst>
  <p:notesMasterIdLst>
    <p:notesMasterId xmlns:r="http://schemas.openxmlformats.org/officeDocument/2006/relationships" r:id="Radbb23a972de478a"/>
  </p:notesMasterIdLst>
  <p:sldIdLst>
    <p:sldId xmlns:r="http://schemas.openxmlformats.org/officeDocument/2006/relationships" id="256" r:id="Re265bbc3449b419f"/>
    <p:sldId xmlns:r="http://schemas.openxmlformats.org/officeDocument/2006/relationships" id="257" r:id="R45b80a03c26b45f0"/>
    <p:sldId xmlns:r="http://schemas.openxmlformats.org/officeDocument/2006/relationships" id="258" r:id="Re29c7ff66f3b424e"/>
    <p:sldId xmlns:r="http://schemas.openxmlformats.org/officeDocument/2006/relationships" id="259" r:id="R6a5f09f74c674640"/>
    <p:sldId xmlns:r="http://schemas.openxmlformats.org/officeDocument/2006/relationships" id="260" r:id="R472834c31f824342"/>
    <p:sldId xmlns:r="http://schemas.openxmlformats.org/officeDocument/2006/relationships" id="261" r:id="R8a26c5cc7e8c4358"/>
    <p:sldId xmlns:r="http://schemas.openxmlformats.org/officeDocument/2006/relationships" id="262" r:id="Rb2f21c3012374dc9"/>
    <p:sldId xmlns:r="http://schemas.openxmlformats.org/officeDocument/2006/relationships" id="263" r:id="Rd10e33dbea394bd4"/>
    <p:sldId xmlns:r="http://schemas.openxmlformats.org/officeDocument/2006/relationships" id="264" r:id="R6ff61d76e7704eca"/>
    <p:sldId xmlns:r="http://schemas.openxmlformats.org/officeDocument/2006/relationships" id="265" r:id="R5b94ff47d7754398"/>
    <p:sldId xmlns:r="http://schemas.openxmlformats.org/officeDocument/2006/relationships" id="266" r:id="Rdcf1a138f3b341c0"/>
    <p:sldId xmlns:r="http://schemas.openxmlformats.org/officeDocument/2006/relationships" id="267" r:id="R75b2384e856a49bf"/>
    <p:sldId xmlns:r="http://schemas.openxmlformats.org/officeDocument/2006/relationships" id="268" r:id="R56aa5b2aaecd41f1"/>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04b449b559e4718" /><Relationship Type="http://schemas.openxmlformats.org/officeDocument/2006/relationships/slideMaster" Target="/ppt/slideMasters/slideMaster1.xml" Id="R75061c4b80ab458e" /><Relationship Type="http://schemas.openxmlformats.org/officeDocument/2006/relationships/notesMaster" Target="/ppt/notesMasters/notesMaster1.xml" Id="Radbb23a972de478a" /><Relationship Type="http://schemas.openxmlformats.org/officeDocument/2006/relationships/presProps" Target="/ppt/presProps.xml" Id="R271585ff84cf4548" /><Relationship Type="http://schemas.openxmlformats.org/officeDocument/2006/relationships/viewProps" Target="/ppt/viewProps.xml" Id="Rfe9eaf32d86b4d98" /><Relationship Type="http://schemas.openxmlformats.org/officeDocument/2006/relationships/tableStyles" Target="/ppt/tableStyles.xml" Id="R09f287e7cc734cbc" /><Relationship Type="http://schemas.openxmlformats.org/officeDocument/2006/relationships/slide" Target="/ppt/slides/slide1.xml" Id="Re265bbc3449b419f" /><Relationship Type="http://schemas.openxmlformats.org/officeDocument/2006/relationships/slide" Target="/ppt/slides/slide2.xml" Id="R45b80a03c26b45f0" /><Relationship Type="http://schemas.openxmlformats.org/officeDocument/2006/relationships/slide" Target="/ppt/slides/slide3.xml" Id="Re29c7ff66f3b424e" /><Relationship Type="http://schemas.openxmlformats.org/officeDocument/2006/relationships/slide" Target="/ppt/slides/slide4.xml" Id="R6a5f09f74c674640" /><Relationship Type="http://schemas.openxmlformats.org/officeDocument/2006/relationships/slide" Target="/ppt/slides/slide5.xml" Id="R472834c31f824342" /><Relationship Type="http://schemas.openxmlformats.org/officeDocument/2006/relationships/slide" Target="/ppt/slides/slide6.xml" Id="R8a26c5cc7e8c4358" /><Relationship Type="http://schemas.openxmlformats.org/officeDocument/2006/relationships/slide" Target="/ppt/slides/slide7.xml" Id="Rb2f21c3012374dc9" /><Relationship Type="http://schemas.openxmlformats.org/officeDocument/2006/relationships/slide" Target="/ppt/slides/slide8.xml" Id="Rd10e33dbea394bd4" /><Relationship Type="http://schemas.openxmlformats.org/officeDocument/2006/relationships/slide" Target="/ppt/slides/slide9.xml" Id="R6ff61d76e7704eca" /><Relationship Type="http://schemas.openxmlformats.org/officeDocument/2006/relationships/slide" Target="/ppt/slides/slide10.xml" Id="R5b94ff47d7754398" /><Relationship Type="http://schemas.openxmlformats.org/officeDocument/2006/relationships/slide" Target="/ppt/slides/slide11.xml" Id="Rdcf1a138f3b341c0" /><Relationship Type="http://schemas.openxmlformats.org/officeDocument/2006/relationships/slide" Target="/ppt/slides/slide12.xml" Id="R75b2384e856a49bf" /><Relationship Type="http://schemas.openxmlformats.org/officeDocument/2006/relationships/slide" Target="/ppt/slides/slide13.xml" Id="R56aa5b2aaecd41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025fdc50ad4a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5b699917ce4c1c" /><Relationship Type="http://schemas.openxmlformats.org/officeDocument/2006/relationships/notesMaster" Target="/ppt/notesMasters/notesMaster1.xml" Id="Rfc13153c5e2f4e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8a840c1afb4375" /><Relationship Type="http://schemas.openxmlformats.org/officeDocument/2006/relationships/notesMaster" Target="/ppt/notesMasters/notesMaster1.xml" Id="Rdf6c0a93ef194e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2fb7085bc04870" /><Relationship Type="http://schemas.openxmlformats.org/officeDocument/2006/relationships/notesMaster" Target="/ppt/notesMasters/notesMaster1.xml" Id="R5715f5e6b8c94d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3a5e18d7a446f7" /><Relationship Type="http://schemas.openxmlformats.org/officeDocument/2006/relationships/notesMaster" Target="/ppt/notesMasters/notesMaster1.xml" Id="Ra6475ec5882142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5f73017e384dd9" /><Relationship Type="http://schemas.openxmlformats.org/officeDocument/2006/relationships/notesMaster" Target="/ppt/notesMasters/notesMaster1.xml" Id="Rfeaeac86144646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5399a4fd9d4904" /><Relationship Type="http://schemas.openxmlformats.org/officeDocument/2006/relationships/notesMaster" Target="/ppt/notesMasters/notesMaster1.xml" Id="R472d51d7efc947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5a6af5814341b3" /><Relationship Type="http://schemas.openxmlformats.org/officeDocument/2006/relationships/notesMaster" Target="/ppt/notesMasters/notesMaster1.xml" Id="Rabcf69a219e143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333ef27dd24ed3" /><Relationship Type="http://schemas.openxmlformats.org/officeDocument/2006/relationships/notesMaster" Target="/ppt/notesMasters/notesMaster1.xml" Id="R97982df4269746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717ee2b9f54b6e" /><Relationship Type="http://schemas.openxmlformats.org/officeDocument/2006/relationships/notesMaster" Target="/ppt/notesMasters/notesMaster1.xml" Id="R6e56f531ed0e48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330df704524ced" /><Relationship Type="http://schemas.openxmlformats.org/officeDocument/2006/relationships/notesMaster" Target="/ppt/notesMasters/notesMaster1.xml" Id="Rdd6d1a98b8d949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30028c81ca4fcc" /><Relationship Type="http://schemas.openxmlformats.org/officeDocument/2006/relationships/notesMaster" Target="/ppt/notesMasters/notesMaster1.xml" Id="R5d0ee5c1c5da47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24d5f20c4045ab" /><Relationship Type="http://schemas.openxmlformats.org/officeDocument/2006/relationships/notesMaster" Target="/ppt/notesMasters/notesMaster1.xml" Id="R8948feeae0ff45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d895f5bfc54f4f" /><Relationship Type="http://schemas.openxmlformats.org/officeDocument/2006/relationships/notesMaster" Target="/ppt/notesMasters/notesMaster1.xml" Id="Raf24ec49fc124e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p>
          <a:p xmlns:a="http://schemas.openxmlformats.org/drawingml/2006/main">
            <a:r>
              <a:t>Today I will discuss two papers about laser processing of oxide coatings. Then I will explain how we can use these ideas for a YAG and alumina precoat on CoNiCrAlY. Our main question is whether the coating can remain firmly attached.</a:t>
            </a:r>
          </a:p>
          <a:p xmlns:a="http://schemas.openxmlformats.org/drawingml/2006/main">
            <a:r>
              <a:t/>
            </a:r>
          </a:p>
          <a:p xmlns:a="http://schemas.openxmlformats.org/drawingml/2006/main">
            <a:r>
              <a:t>Adraider, Y., Pang, Y.X., Nabhani, F., Hodgson, S.N. and Zhang, Z.Y. Laser-induced deposition of sol–gel alumina coating on stainless steel under wet condition. Surface &amp; Coatings Technology 205 (2011), 5345–5349. DOI: 10.1016/j.surfcoat.2011.05.044.</a:t>
            </a:r>
          </a:p>
          <a:p xmlns:a="http://schemas.openxmlformats.org/drawingml/2006/main">
            <a: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a:p xmlns:a="http://schemas.openxmlformats.org/drawingml/2006/main">
            <a:r>
              <a:t/>
            </a:r>
          </a:p>
          <a:p xmlns:a="http://schemas.openxmlformats.org/drawingml/2006/main">
            <a:r>
              <a:t>The first uploaded PDF is the 2011 UV-excimer study, not the separate 2013 Materials Letters paper in the shared discussion. All main-paper claims below follow the attached full texts. Limited original figure panels are reproduced with attribution for academic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p>
          <a:p xmlns:a="http://schemas.openxmlformats.org/drawingml/2006/main">
            <a:r>
              <a:t>The first paper combines a wet alumina sol with a UV laser. It gives us a starting point for the binder.</a:t>
            </a:r>
          </a:p>
          <a:p xmlns:a="http://schemas.openxmlformats.org/drawingml/2006/main">
            <a:r>
              <a:t/>
            </a:r>
          </a:p>
          <a:p xmlns:a="http://schemas.openxmlformats.org/drawingml/2006/main">
            <a:r>
              <a:t>Adraider, Y., Pang, Y.X., Nabhani, F., Hodgson, S.N. and Zhang, Z.Y. Laser-induced deposition of sol–gel alumina coating on stainless steel under wet condition. Surface &amp; Coatings Technology 205 (2011), 5345–5349. DOI: 10.1016/j.surfcoat.2011.05.044.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authors placed a wet alumina sol on stainless steel and scanned it with a UV laser. The laser helped deposit an alumina coating directly from the sol. This supports the idea of using a sol as an oxide binder, but it does not prove strong adhesion on CoNiCrAlY.</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Main idea: abstract and Fig. 1. Substrate: SS316. This was a wet-deposition route, not laser melting of a YAG coating or demonstrated substrate melting.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sol was mixed with alumina nanopowder. The authors applied this mixture to polished SS316 and used the laser immediately, while it was still wet. They used a 248-nanometre excimer laser. These conditions are a reference, not a ready-made setting for our laser.</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endParaRPr sz="1200" b="0">
              <a:solidFill>
                <a:schemeClr val="tx1"/>
              </a:solidFill>
              <a:latin typeface="+mn-lt"/>
              <a:ea typeface="+mn-lt"/>
              <a:cs typeface="+mn-lt"/>
            </a:endParaRP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Methods: sol-derived solid:nanopowder = 1:1 by mass on a solid basis; final solids 5.3 wt.%. 248 nm KrF laser, nominal energy 3.5 mJ, speed 30 mm/min, 200 Hz, 100 pulses, 4–6 ns pulse length, 25 µm circular beam, 10 × 10 mm scanned area. Coating remained wet before and after irradiation.</a:t>
            </a:r>
            <a:endParaRPr sz="1200" b="0">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SEM image shows a rough surface with particles and small pores. XRD shows partial formation of gamma alumina. The reported hardness rose from about 0.18 to 0.74 gigapascals. For us, this supports laser conversion of the binder. However, hardness and interface adhesion are different measurements.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Figure 2(c) is the laser-deposited surface SEM. Figure 2(d), not used here, is the AS-DRIED cross-section. XRD: partly crystalline gamma alumina, not alpha alumina. Table 4: hardness 0.175 ± 0.024 vs 0.738 ± 0.405 GPa; reduced modulus 4.134 ± 0.290 vs 37.484 ± 10.240 GPa. Mean reported coating thickness: 4.2 µm as-dried and 1.9 µm laser-deposited. Indentation depths approach the film thickness, so substrate influence limits intrinsic-property interpretation. No direct quantitative adhesion test establishes strong bonding on CoNiCrAlY.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second paper starts with a much thicker plasma-sprayed coating. It shows how laser remelting changes the coating structure.</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p>
          <a:p xmlns:a="http://schemas.openxmlformats.org/drawingml/2006/main">
            <a:r>
              <a:t>This paper used an alumina–YAG coating made by atmospheric plasma spraying. It was placed on stainless steel with a NiCr bond coat. Laser remelting formed a crystalline surface layer, while part of the deeper coating remained amorphous. This is useful for controlling local structure, but it is a different starting material from our precoat.</a:t>
            </a:r>
          </a:p>
          <a:p xmlns:a="http://schemas.openxmlformats.org/drawingml/2006/main">
            <a:r>
              <a:t/>
            </a:r>
          </a:p>
          <a:p xmlns:a="http://schemas.openxmlformats.org/drawingml/2006/main">
            <a:r>
              <a:t>SOURCE AND EVIDENCE NOTES</a:t>
            </a:r>
          </a:p>
          <a:p xmlns:a="http://schemas.openxmlformats.org/drawingml/2006/main">
            <a: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APS ceramic on a NiCr bond coat and a stainless-steel substrate. Initial ceramic thickness is roughly 0.5 mm; this is not a nanometre-thick sol film. See Figs. 4–6 for the layered eutectic/amorphous structure. No ceramic/CoNiCrAlY interface adhesion improvement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authors used a continuous laser with a rectangular spot and argon shielding. They varied the power while keeping the scan speed fixed. Higher power generally produced a deeper remelted layer, but defects and mechanical behavior did not improve in the same way at every setting. We should test a process window rather than choose the highest power.</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Continuous YLS-5000 laser; power 300, 350, 400, 500, 700, 900 and 1000 W; speed 20 mm/s; 5 × 5 mm rectangular spot; argon shielding. Reported energy densities 3–10 J/mm². These values depend on the beam geometry, speed and source coating; they are not validated settings for a sol-derived precoat or a different laser wavelength.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These cross-sections compare the original coating with the 900-watt sample. A remelted layer about 240 micrometres deep is visible. The paper reports a lower porosity in this region, but large pores are still visible. The study also reports higher surface hardness. These results support local densification, not proven improvement of the metal–ceramic bond.</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Original SEM Fig. 4(a) as-sprayed and Fig. 4(g) 900 W / 20 mm/s. Scale bars retained. At 900 W, reported remelted layer ~240 µm and remelt-zone porosity 0.36%, versus 3.52% for the as-sprayed coating; image analysis in selected 300 × 300 µm regions, not a whole-system porosity map. Residual gas pores are clearly visible. Peak near-surface hardness across the study is 23.46 GPa; do not assign every peak to the 900 W specimen. Indentation creep tests used 500 mN and a 60 s hold. The ~65% rate reduction is associated with an optimal sample such as 500 W; 900 W showed coarsening and poorer creep behavior. No 1250 °C CMAS-life or quantitative substrate-interface adhesion result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Now I will connect the literature to our work. We want to control both the coating thickness and its attachment to CoNiCrAlY.</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Research proposal, not a demonstrated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first paper supports laser conversion of a sol binder. The second supports local remelting of alumina–YAG. The third paper studies an oxide formed from the CoNiCrAlY alloy itself. Our coating comes from external material, so the key question remains: will it stay attached? We must check the failure location, not just the hardness.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a:p xmlns:a="http://schemas.openxmlformats.org/drawingml/2006/main">
            <a:r>
              <a:rPr sz="1200" b="0">
                <a:solidFill>
                  <a:schemeClr val="tx1"/>
                </a:solidFill>
                <a:latin typeface="+mn-lt"/>
                <a:ea typeface="+mn-lt"/>
                <a:cs typeface="+mn-lt"/>
              </a:rPr>
              <a:t>Sun, L., Zhu, W. and Chen, H. A pre-formed yttria alumina garnet (YAG) and Al2O3 mixed oxide layer induced by continuous laser surface melting in air for inhibiting β depletion in a CoNiCrAlY bond coat alloy. Corrosion Science 263 (2026), 113713. DOI: 10.1016/j.corsci.2026.113713. Bibliographic title and authors verified with Crossref; full text not available in this task. Used only for the qualitative in-situ route described by the title, not numerical process or lifetime claims.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Proposed validation: compare precoat without laser, precoat with laser, and bare CoNiCrAlY with LSM; add sol-only + laser if separating binder effects. Measure thickness at multiple positions, phase by XRD, cross-sectional cracks and porosity, and quantitative adhesion using a suitable method with failure-location verification. Test thermal cycling before optional CMAS. The proposed process is not yet demonstrated, and ceramic cohesion must be separated from metal–ceramic interface adhesion.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We propose to apply a thin YAG and alumina precoat with an alumina sol binder. Then we scan the surface with the laser. The aim is to form a continuous layer and improve the local interface without causing large cracks or excessive substrate melting. The colored hot zone is a target process region, not a measured result. First we will control deposited mass and laser conditions, then check the section and adhesion.</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Research proposal informed by Adraider, Y., Pang, Y.X., Nabhani, F., Hodgson, S.N. and Zhang, Z.Y. Laser-induced deposition of sol–gel alumina coating on stainless steel under wet condition. Surface &amp; Coatings Technology 205 (2011), 5345–5349. DOI: 10.1016/j.surfcoat.2011.05.044.</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a:p xmlns:a="http://schemas.openxmlformats.org/drawingml/2006/main">
            <a:r>
              <a:rPr sz="1200" b="0">
                <a:solidFill>
                  <a:schemeClr val="tx1"/>
                </a:solidFill>
                <a:latin typeface="+mn-lt"/>
                <a:ea typeface="+mn-lt"/>
                <a:cs typeface="+mn-lt"/>
              </a:rPr>
              <a:t>Sun, L., Zhu, W. and Chen, H. A pre-formed yttria alumina garnet (YAG) and Al2O3 mixed oxide layer induced by continuous laser surface melting in air for inhibiting β depletion in a CoNiCrAlY bond coat alloy. Corrosion Science 263 (2026), 113713. DOI: 10.1016/j.corsci.2026.113713. Bibliographic title and authors verified with Crossref; full text not available in this task. Used only for the qualitative in-situ route described by the title, not numerical process or lifetime claims.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External ceramic supply distinguishes this route from substrate-grown YAG/Al2O3. The beam is shown over a local treatment zone; the whole ceramic layer and alloy are not assumed to melt. The processed track illustrates the desired outcome, not evidence that particles sinter or bind successfully. Local melt depth, wetting, dilution, phase changes, residual stress, evaporation and cracking must be measured. Wet irradiation in Paper 1 is evidence for that specific UV route; for continuous LSM compare controlled pre-drying against wet application rather than assume a wet layer is safe or stable. Control solids loading, deposited mass per area and coat count; measure final thickness. Laser power, speed, spot size, overlap and atmosphere require their own screen. Verify adhesion and thermal stability before optional nano-alumina sealing or CMAS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endParaRPr/>
          </a:p>
          <a:p xmlns:a="http://schemas.openxmlformats.org/drawingml/2006/main">
            <a:r>
              <a:t>Thank you. I would welcome your comments on the coating route and the next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185367a9cd48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5393f5635c44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e2e94d20854d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6b11e50a6d49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0f683f7d724c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ea24fb9e5b42f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b3731ce4eb04cb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f499b7206c043d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13b0cef933d48f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deb38320fda47c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530dff8bc964789"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1151DD0-070A-4021-96CB-71C320B54CA3}"/>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E41AFFEB-E1E9-4167-9DE9-389502687CDF}"/>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D6509D48-B5E5-4793-BD99-AF3583CF01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89E1531A-362F-464F-8233-8F7927D69B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682AA6B1-3B3A-4A37-8334-C87AD23AA2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D67A078-4E00-44CF-9FE0-CA0DB72740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9D1D011B-8A17-43B3-B48D-CD6AF6A33F7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9E2A5AFA-03D8-470D-863A-F48DCE7A2D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5AE6AAD5-1953-4581-B8CF-70ED922454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A1C3CB86-5051-4925-A963-759EC48D36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F548124-A224-445C-952C-5B418DC398FE}"/>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406AAB4B-72E8-45B5-A52E-7988A7B36440}"/>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2761DA56-9F48-4147-88FF-7A48827DC2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1D38087F-2710-46D4-8744-CFCA21BAE9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5555C03-A810-4AAA-9E22-946186BA67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95244D3-9CF9-45C6-88E0-414B9EA023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E294B3C0-24E5-47EB-BC8B-B2A28025B1F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67C231C2-A36C-4D2E-9E5D-39CD4ABD27A1}"/>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811A9C51-F2FA-4EB3-940A-594B80E3A3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6" name="页脚占位符 5">
            <a:extLst xmlns:a="http://schemas.openxmlformats.org/drawingml/2006/main">
              <a:ext uri="{FF2B5EF4-FFF2-40B4-BE49-F238E27FC236}">
                <a16:creationId xmlns:a16="http://schemas.microsoft.com/office/drawing/2014/main" id="{B805D6CB-8B61-4061-A0FE-BF8A85BDAA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A02879A3-4934-402A-B5DA-AD2036CB71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C678C56-9815-4CC2-B12D-63D1A950A6C0}"/>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BEAF16A1-8083-4643-869B-F4B3289871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BA810D9B-98C0-46E6-A5E4-51551CDF049C}"/>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BF9AD4B5-6A1B-4454-B634-962E78219CCF}"/>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840893B5-313B-43D1-A53B-E79143FD26E3}"/>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E28CE4A2-42C7-4A83-ABBB-C7A812BEC5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8" name="页脚占位符 7">
            <a:extLst xmlns:a="http://schemas.openxmlformats.org/drawingml/2006/main">
              <a:ext uri="{FF2B5EF4-FFF2-40B4-BE49-F238E27FC236}">
                <a16:creationId xmlns:a16="http://schemas.microsoft.com/office/drawing/2014/main" id="{13241207-DFF9-4BCF-84C2-216C36EF9C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8DC02190-2E17-44EC-9323-A3C7D4CEB8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20DD6E1-BBB8-41C1-8B2F-5BAE02949F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610439B0-07C0-4D4E-AB8B-9D4B0F2C54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4" name="页脚占位符 3">
            <a:extLst xmlns:a="http://schemas.openxmlformats.org/drawingml/2006/main">
              <a:ext uri="{FF2B5EF4-FFF2-40B4-BE49-F238E27FC236}">
                <a16:creationId xmlns:a16="http://schemas.microsoft.com/office/drawing/2014/main" id="{D6654D5D-32B4-416F-B65D-705C3CCE4E4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89E0AC00-07B1-4268-9621-B781653DEFA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D40898E4-264C-4DA7-B0BA-CB20C85060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3" name="页脚占位符 2">
            <a:extLst xmlns:a="http://schemas.openxmlformats.org/drawingml/2006/main">
              <a:ext uri="{FF2B5EF4-FFF2-40B4-BE49-F238E27FC236}">
                <a16:creationId xmlns:a16="http://schemas.microsoft.com/office/drawing/2014/main" id="{E3905240-C2CB-4292-81C9-7DC1F617E9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18AD6499-AEB3-44B8-B9B3-A6F6E35A32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074C27D-B5D7-48BE-AFBC-67C3133F8549}"/>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36A948C9-23FA-4EF2-80BE-1BBBE3097654}"/>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文本占位符 3">
            <a:extLst xmlns:a="http://schemas.openxmlformats.org/drawingml/2006/main">
              <a:ext uri="{FF2B5EF4-FFF2-40B4-BE49-F238E27FC236}">
                <a16:creationId xmlns:a16="http://schemas.microsoft.com/office/drawing/2014/main" id="{317640BD-350F-4F6B-94EC-E36D748E323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DDE87C70-2038-4A60-BAB4-7FD83B5AB4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6" name="页脚占位符 5">
            <a:extLst xmlns:a="http://schemas.openxmlformats.org/drawingml/2006/main">
              <a:ext uri="{FF2B5EF4-FFF2-40B4-BE49-F238E27FC236}">
                <a16:creationId xmlns:a16="http://schemas.microsoft.com/office/drawing/2014/main" id="{40AC907A-7B96-432E-8471-36D9A61B48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F297616A-96FE-4EC0-96CD-D671C0D021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4054263-7F81-42D5-A7DA-6F6F50368C6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561179A9-745C-48CB-9F6C-2899E8A8CFC2}"/>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CC137F53-86C1-4F63-B510-CFF8A163DB5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D735B1E0-37FA-40B9-9F94-B77B3FC3CA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6" name="页脚占位符 5">
            <a:extLst xmlns:a="http://schemas.openxmlformats.org/drawingml/2006/main">
              <a:ext uri="{FF2B5EF4-FFF2-40B4-BE49-F238E27FC236}">
                <a16:creationId xmlns:a16="http://schemas.microsoft.com/office/drawing/2014/main" id="{9BCCD7B0-16E1-47AD-9F9E-EF2368BD48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A3DC18EE-F65B-4681-BCE0-024F30EC9A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B5A5ACD-3AB9-460F-BB72-C13D1A95B4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626C3D4F-BCF5-4F86-9183-71FF9E0E725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0A59A974-1E7F-4F9C-94F3-9BEB5414048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C1FFB897-F0B4-4795-9BD4-A0794BB132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305E85E5-F2F9-4A77-979E-89EE082BC8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1.xml><?xml version="1.0" encoding="utf-8"?>
<p:sldLayout xmlns:p="http://schemas.openxmlformats.org/presentationml/2006/main" type="vertTitleAndTx" preserve="1">
  <p:cSld name="垂直排列标题与&#10;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77379337-11A0-422F-986E-96A7DA4C2FE9}"/>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B81245AF-FE15-40E7-B21B-828A7FC9BC3C}"/>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FDDCCA67-A3DD-4348-AA08-E45ED02AA1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2932198D-96BC-4007-9A49-30CF93F741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0A22D62-7FD3-44DB-A452-9E0CF35A78A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1926eb21e448e0" /><Relationship Type="http://schemas.openxmlformats.org/officeDocument/2006/relationships/slideLayout" Target="/ppt/slideLayouts/slideLayout1.xml" Id="Rdd708d5c99e74241" /><Relationship Type="http://schemas.openxmlformats.org/officeDocument/2006/relationships/slideLayout" Target="/ppt/slideLayouts/slideLayout2.xml" Id="R3f57949e370740d4" /><Relationship Type="http://schemas.openxmlformats.org/officeDocument/2006/relationships/slideLayout" Target="/ppt/slideLayouts/slideLayout3.xml" Id="Ra12d9c0f66cb4c59" /><Relationship Type="http://schemas.openxmlformats.org/officeDocument/2006/relationships/slideLayout" Target="/ppt/slideLayouts/slideLayout4.xml" Id="R8ab996c38d864e4b" /><Relationship Type="http://schemas.openxmlformats.org/officeDocument/2006/relationships/slideLayout" Target="/ppt/slideLayouts/slideLayout5.xml" Id="R201430ebfc1b4478" /><Relationship Type="http://schemas.openxmlformats.org/officeDocument/2006/relationships/slideLayout" Target="/ppt/slideLayouts/slideLayout6.xml" Id="R48d42c86972c4285" /><Relationship Type="http://schemas.openxmlformats.org/officeDocument/2006/relationships/slideLayout" Target="/ppt/slideLayouts/slideLayout7.xml" Id="R265f72e631b74c54" /><Relationship Type="http://schemas.openxmlformats.org/officeDocument/2006/relationships/slideLayout" Target="/ppt/slideLayouts/slideLayout8.xml" Id="Rc853f4b7e0894fd6" /><Relationship Type="http://schemas.openxmlformats.org/officeDocument/2006/relationships/slideLayout" Target="/ppt/slideLayouts/slideLayout9.xml" Id="Raa43495360184fbc" /><Relationship Type="http://schemas.openxmlformats.org/officeDocument/2006/relationships/slideLayout" Target="/ppt/slideLayouts/slideLayout10.xml" Id="R4a37894ab44940a0" /><Relationship Type="http://schemas.openxmlformats.org/officeDocument/2006/relationships/slideLayout" Target="/ppt/slideLayouts/slideLayout11.xml" Id="Re50bfc9ea89b411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993BCD53-FDC2-4B78-8CBA-BA7258F8C9B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8913E12D-6327-48BC-9510-AA55AF2FD2DC}"/>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353F652E-FC79-4BC2-BC2B-A528554DE235}"/>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A3C97BE4-EDFD-4C7E-B34C-B778BE0CE0E9}"/>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1ACA3CE5-FA4E-40C9-AE73-1724584C6A2A}"/>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565CE74E-AB26-4998-AD42-012C4C1AD07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708d5c99e74241"/>
    <p:sldLayoutId xmlns:r="http://schemas.openxmlformats.org/officeDocument/2006/relationships" id="2147483650" r:id="R3f57949e370740d4"/>
    <p:sldLayoutId xmlns:r="http://schemas.openxmlformats.org/officeDocument/2006/relationships" id="2147483651" r:id="Ra12d9c0f66cb4c59"/>
    <p:sldLayoutId xmlns:r="http://schemas.openxmlformats.org/officeDocument/2006/relationships" id="2147483652" r:id="R8ab996c38d864e4b"/>
    <p:sldLayoutId xmlns:r="http://schemas.openxmlformats.org/officeDocument/2006/relationships" id="2147483653" r:id="R201430ebfc1b4478"/>
    <p:sldLayoutId xmlns:r="http://schemas.openxmlformats.org/officeDocument/2006/relationships" id="2147483654" r:id="R48d42c86972c4285"/>
    <p:sldLayoutId xmlns:r="http://schemas.openxmlformats.org/officeDocument/2006/relationships" id="2147483655" r:id="R265f72e631b74c54"/>
    <p:sldLayoutId xmlns:r="http://schemas.openxmlformats.org/officeDocument/2006/relationships" id="2147483656" r:id="Rc853f4b7e0894fd6"/>
    <p:sldLayoutId xmlns:r="http://schemas.openxmlformats.org/officeDocument/2006/relationships" id="2147483657" r:id="Raa43495360184fbc"/>
    <p:sldLayoutId xmlns:r="http://schemas.openxmlformats.org/officeDocument/2006/relationships" id="2147483658" r:id="R4a37894ab44940a0"/>
    <p:sldLayoutId xmlns:r="http://schemas.openxmlformats.org/officeDocument/2006/relationships" id="2147483659" r:id="Re50bfc9ea89b411b"/>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7fe6c4f7d5f47ba" /><Relationship Type="http://schemas.openxmlformats.org/officeDocument/2006/relationships/notesSlide" Target="/ppt/notesSlides/notesSlide1.xml" Id="Red0085c8fba64e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859a705f969d48a6" /><Relationship Type="http://schemas.openxmlformats.org/officeDocument/2006/relationships/notesSlide" Target="/ppt/notesSlides/notesSlide2.xml" Id="Re2e6d65671a84f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6ad2907448643ad" /><Relationship Type="http://schemas.openxmlformats.org/officeDocument/2006/relationships/image" Target="/ppt/media/image.png" Id="Racdca6345eb044e1" /><Relationship Type="http://schemas.openxmlformats.org/officeDocument/2006/relationships/image" Target="/ppt/media/image.svg" Id="R702d3e23f3b04028" /><Relationship Type="http://schemas.openxmlformats.org/officeDocument/2006/relationships/notesSlide" Target="/ppt/notesSlides/notesSlide3.xml" Id="R248c3159a61e4d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d3cf12c67e8411d" /><Relationship Type="http://schemas.openxmlformats.org/officeDocument/2006/relationships/image" Target="/ppt/media/image2.png" Id="R9595a91aacf44510" /><Relationship Type="http://schemas.openxmlformats.org/officeDocument/2006/relationships/image" Target="/ppt/media/image2.svg" Id="Recf3d729e70044b5" /><Relationship Type="http://schemas.openxmlformats.org/officeDocument/2006/relationships/notesSlide" Target="/ppt/notesSlides/notesSlide4.xml" Id="Rc5054ada77ff4f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b15863f4eade4e21" /><Relationship Type="http://schemas.openxmlformats.org/officeDocument/2006/relationships/image" Target="/ppt/media/image3.png" Id="R860d68b6fcfd4277" /><Relationship Type="http://schemas.openxmlformats.org/officeDocument/2006/relationships/image" Target="/ppt/media/image4.png" Id="Rb71732a50b7b497c" /><Relationship Type="http://schemas.openxmlformats.org/officeDocument/2006/relationships/image" Target="/ppt/media/image3.svg" Id="R9e97e96765ae4a40" /><Relationship Type="http://schemas.openxmlformats.org/officeDocument/2006/relationships/notesSlide" Target="/ppt/notesSlides/notesSlide5.xml" Id="R8a088f40487b44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f2ed705e99d24442" /><Relationship Type="http://schemas.openxmlformats.org/officeDocument/2006/relationships/notesSlide" Target="/ppt/notesSlides/notesSlide6.xml" Id="Rc0c61b8fb1e94f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243e612edb34d9e" /><Relationship Type="http://schemas.openxmlformats.org/officeDocument/2006/relationships/image" Target="/ppt/media/image5.png" Id="R69365547f2df454c" /><Relationship Type="http://schemas.openxmlformats.org/officeDocument/2006/relationships/image" Target="/ppt/media/image4.svg" Id="R20a137edccab42b9" /><Relationship Type="http://schemas.openxmlformats.org/officeDocument/2006/relationships/notesSlide" Target="/ppt/notesSlides/notesSlide7.xml" Id="R86b94cedf02245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49bac065096440c8" /><Relationship Type="http://schemas.openxmlformats.org/officeDocument/2006/relationships/image" Target="/ppt/media/image6.png" Id="R06bfd62c07364f05" /><Relationship Type="http://schemas.openxmlformats.org/officeDocument/2006/relationships/image" Target="/ppt/media/image5.svg" Id="Rdb51289b52ee4989" /><Relationship Type="http://schemas.openxmlformats.org/officeDocument/2006/relationships/notesSlide" Target="/ppt/notesSlides/notesSlide8.xml" Id="R9989135b2da145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0c8d82b57794d9b" /><Relationship Type="http://schemas.openxmlformats.org/officeDocument/2006/relationships/image" Target="/ppt/media/image7.png" Id="Ra819b6d70bd64c8f" /><Relationship Type="http://schemas.openxmlformats.org/officeDocument/2006/relationships/image" Target="/ppt/media/image8.png" Id="R19a79280127a4b71" /><Relationship Type="http://schemas.openxmlformats.org/officeDocument/2006/relationships/image" Target="/ppt/media/image9.png" Id="R767894c11aac4f11" /><Relationship Type="http://schemas.openxmlformats.org/officeDocument/2006/relationships/image" Target="/ppt/media/image6.svg" Id="R324b5d7cec8246f8" /><Relationship Type="http://schemas.openxmlformats.org/officeDocument/2006/relationships/notesSlide" Target="/ppt/notesSlides/notesSlide9.xml" Id="R922d919ddd2a40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e24fbf6e6650493b" /><Relationship Type="http://schemas.openxmlformats.org/officeDocument/2006/relationships/notesSlide" Target="/ppt/notesSlides/notesSlide10.xml" Id="Rf9e6165d56314d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da1da0c0f8ff4d95" /><Relationship Type="http://schemas.openxmlformats.org/officeDocument/2006/relationships/image" Target="/ppt/media/image10.png" Id="R13a83ec00de9474b" /><Relationship Type="http://schemas.openxmlformats.org/officeDocument/2006/relationships/image" Target="/ppt/media/image7.svg" Id="R61bcea9b8eda4e31" /><Relationship Type="http://schemas.openxmlformats.org/officeDocument/2006/relationships/notesSlide" Target="/ppt/notesSlides/notesSlide11.xml" Id="R187becc489e643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759432921b5482a" /><Relationship Type="http://schemas.openxmlformats.org/officeDocument/2006/relationships/image" Target="/ppt/media/image11.png" Id="Ra0a935bc713140a6" /><Relationship Type="http://schemas.openxmlformats.org/officeDocument/2006/relationships/image" Target="/ppt/media/image8.svg" Id="R046b40ad58534fc2" /><Relationship Type="http://schemas.openxmlformats.org/officeDocument/2006/relationships/notesSlide" Target="/ppt/notesSlides/notesSlide12.xml" Id="Re3b53870c52d41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3953e64fd7524a1c" /><Relationship Type="http://schemas.openxmlformats.org/officeDocument/2006/relationships/notesSlide" Target="/ppt/notesSlides/notesSlide13.xml" Id="Rc6e2e0a859734ac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形状 15">
            <a:extLst xmlns:a="http://schemas.openxmlformats.org/drawingml/2006/main">
              <a:ext uri="{FF2B5EF4-FFF2-40B4-BE49-F238E27FC236}">
                <a16:creationId xmlns:a16="http://schemas.microsoft.com/office/drawing/2014/main" id="{5992B1D3-DDEC-4CAD-A8EE-E08E9004AF6C}"/>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7" name="任意多边形: 形状 16">
            <a:extLst xmlns:a="http://schemas.openxmlformats.org/drawingml/2006/main">
              <a:ext uri="{FF2B5EF4-FFF2-40B4-BE49-F238E27FC236}">
                <a16:creationId xmlns:a16="http://schemas.microsoft.com/office/drawing/2014/main" id="{7C5F8BE1-B865-45C0-BE8A-0258A0A25D25}"/>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4" name="任意多边形: 形状 13">
            <a:extLst xmlns:a="http://schemas.openxmlformats.org/drawingml/2006/main">
              <a:ext uri="{FF2B5EF4-FFF2-40B4-BE49-F238E27FC236}">
                <a16:creationId xmlns:a16="http://schemas.microsoft.com/office/drawing/2014/main" id="{3928A395-5B0D-4AA7-BCF5-C8A252FA2A42}"/>
              </a:ext>
            </a:extLst>
          </p:cNvPr>
          <p:cNvSpPr>
            <a:spLocks xmlns:a="http://schemas.openxmlformats.org/drawingml/2006/main" noGrp="1"/>
          </p:cNvSpPr>
          <p:nvPr/>
        </p:nvSpPr>
        <p:spPr>
          <a:xfrm xmlns:a="http://schemas.openxmlformats.org/drawingml/2006/main">
            <a:off x="0" y="21590"/>
            <a:ext cx="12192000" cy="6142893"/>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8" name="任意多边形: 形状 17">
            <a:extLst xmlns:a="http://schemas.openxmlformats.org/drawingml/2006/main">
              <a:ext uri="{FF2B5EF4-FFF2-40B4-BE49-F238E27FC236}">
                <a16:creationId xmlns:a16="http://schemas.microsoft.com/office/drawing/2014/main" id="{466E55CD-2C97-49F7-B039-ABB28377FCE5}"/>
              </a:ext>
            </a:extLst>
          </p:cNvPr>
          <p:cNvSpPr>
            <a:spLocks xmlns:a="http://schemas.openxmlformats.org/drawingml/2006/main" noGrp="1"/>
          </p:cNvSpPr>
          <p:nvPr/>
        </p:nvSpPr>
        <p:spPr>
          <a:xfrm xmlns:a="http://schemas.openxmlformats.org/drawingml/2006/main">
            <a:off x="0" y="557937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D23ADCF3-B612-4E92-87D8-D5AD8FA9D336}"/>
              </a:ext>
            </a:extLst>
          </p:cNvPr>
          <p:cNvSpPr>
            <a:spLocks xmlns:a="http://schemas.openxmlformats.org/drawingml/2006/main" noGrp="1"/>
          </p:cNvSpPr>
          <p:nvPr/>
        </p:nvSpPr>
        <p:spPr>
          <a:xfrm xmlns:a="http://schemas.openxmlformats.org/drawingml/2006/main">
            <a:off x="571500" y="1590675"/>
            <a:ext cx="11049000" cy="134491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7200" b="1">
                <a:solidFill>
                  <a:srgbClr val="FFFFFF"/>
                </a:solidFill>
                <a:latin typeface="Times New Roman"/>
                <a:ea typeface="Times New Roman"/>
                <a:cs typeface="Times New Roman"/>
              </a:defRPr>
            </a:defPPr>
          </a:lstStyle>
          <a:p xmlns:a="http://schemas.openxmlformats.org/drawingml/2006/main">
            <a:pPr algn="ctr">
              <a:defRPr sz="7200" b="1">
                <a:solidFill>
                  <a:srgbClr val="FFFFFF"/>
                </a:solidFill>
                <a:latin typeface="Times New Roman"/>
                <a:ea typeface="Times New Roman"/>
                <a:cs typeface="Times New Roman"/>
              </a:defRPr>
            </a:pPr>
            <a:r>
              <a:rPr baseline="0"/>
              <a:t>YAG / Al</a:t>
            </a:r>
            <a:r>
              <a:rPr baseline="-25000"/>
              <a:t>2</a:t>
            </a:r>
            <a:r>
              <a:rPr baseline="0"/>
              <a:t>O</a:t>
            </a:r>
            <a:r>
              <a:rPr baseline="-25000"/>
              <a:t>3</a:t>
            </a:r>
            <a:r>
              <a:rPr baseline="0"/>
              <a:t> + LSM</a:t>
            </a:r>
          </a:p>
        </p:txBody>
      </p:sp>
      <p:sp>
        <p:nvSpPr>
          <p:cNvPr id="19" name="矩形 18">
            <a:extLst xmlns:a="http://schemas.openxmlformats.org/drawingml/2006/main">
              <a:ext uri="{FF2B5EF4-FFF2-40B4-BE49-F238E27FC236}">
                <a16:creationId xmlns:a16="http://schemas.microsoft.com/office/drawing/2014/main" id="{F3C8758E-229B-4188-83C0-327BB4F170F9}"/>
              </a:ext>
            </a:extLst>
          </p:cNvPr>
          <p:cNvSpPr>
            <a:spLocks xmlns:a="http://schemas.openxmlformats.org/drawingml/2006/main" noGrp="1"/>
          </p:cNvSpPr>
          <p:nvPr/>
        </p:nvSpPr>
        <p:spPr>
          <a:xfrm xmlns:a="http://schemas.openxmlformats.org/drawingml/2006/main">
            <a:off x="857250" y="3350260"/>
            <a:ext cx="10477500" cy="610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3600" b="0">
                <a:solidFill>
                  <a:srgbClr val="FFFFFF"/>
                </a:solidFill>
                <a:latin typeface="Times New Roman"/>
                <a:ea typeface="Times New Roman"/>
                <a:cs typeface="Times New Roman"/>
              </a:defRPr>
            </a:defPPr>
          </a:lstStyle>
          <a:p xmlns:a="http://schemas.openxmlformats.org/drawingml/2006/main">
            <a:pPr algn="ctr">
              <a:buNone/>
              <a:defRPr sz="3600" b="0">
                <a:solidFill>
                  <a:srgbClr val="FFFFFF"/>
                </a:solidFill>
                <a:latin typeface="Times New Roman"/>
                <a:ea typeface="Times New Roman"/>
                <a:cs typeface="Times New Roman"/>
              </a:defRPr>
            </a:pPr>
            <a:r>
              <a:rPr sz="3600" b="0">
                <a:solidFill>
                  <a:srgbClr val="FFFFFF"/>
                </a:solidFill>
                <a:latin typeface="Times New Roman"/>
                <a:ea typeface="Times New Roman"/>
                <a:cs typeface="Times New Roman"/>
              </a:rPr>
              <a:t>Laser processing and interface design</a:t>
            </a:r>
          </a:p>
        </p:txBody>
      </p:sp>
      <p:sp>
        <p:nvSpPr>
          <p:cNvPr id="20" name="矩形 19">
            <a:extLst xmlns:a="http://schemas.openxmlformats.org/drawingml/2006/main">
              <a:ext uri="{FF2B5EF4-FFF2-40B4-BE49-F238E27FC236}">
                <a16:creationId xmlns:a16="http://schemas.microsoft.com/office/drawing/2014/main" id="{CDE1F4C8-3393-472F-AA8C-67150BACDBA0}"/>
              </a:ext>
            </a:extLst>
          </p:cNvPr>
          <p:cNvSpPr>
            <a:spLocks xmlns:a="http://schemas.openxmlformats.org/drawingml/2006/main" noGrp="1"/>
          </p:cNvSpPr>
          <p:nvPr/>
        </p:nvSpPr>
        <p:spPr>
          <a:xfrm xmlns:a="http://schemas.openxmlformats.org/drawingml/2006/main">
            <a:off x="2381250" y="5381625"/>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2800" b="0">
                <a:solidFill>
                  <a:srgbClr val="FFFFFF"/>
                </a:solidFill>
                <a:latin typeface="Times New Roman"/>
                <a:ea typeface="Times New Roman"/>
                <a:cs typeface="Times New Roman"/>
              </a:defRPr>
            </a:defPPr>
          </a:lstStyle>
          <a:p xmlns:a="http://schemas.openxmlformats.org/drawingml/2006/main">
            <a:pPr algn="ctr">
              <a:buNone/>
              <a:defRPr sz="2800" b="0">
                <a:solidFill>
                  <a:srgbClr val="FFFFFF"/>
                </a:solidFill>
                <a:latin typeface="Times New Roman"/>
                <a:ea typeface="Times New Roman"/>
                <a:cs typeface="Times New Roman"/>
              </a:defRPr>
            </a:pPr>
            <a:r>
              <a:rPr sz="2800" b="0">
                <a:solidFill>
                  <a:srgbClr val="FFFFFF"/>
                </a:solidFill>
                <a:latin typeface="Times New Roman"/>
                <a:ea typeface="Times New Roman"/>
                <a:cs typeface="Times New Roman"/>
              </a:rPr>
              <a:t>18 October 2026</a:t>
            </a:r>
          </a:p>
        </p:txBody>
      </p:sp>
    </p:spTree>
    <p:extLst>
      <p:ext uri="{BB962C8B-B14F-4D97-AF65-F5344CB8AC3E}">
        <p14:creationId xmlns:p14="http://schemas.microsoft.com/office/powerpoint/2010/main" val="161967994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176D3F5-6B52-4B62-8496-D9EFF26A9221}"/>
              </a:ext>
            </a:extLst>
          </p:cNvPr>
          <p:cNvSpPr>
            <a:spLocks xmlns:a="http://schemas.openxmlformats.org/drawingml/2006/main" noGrp="1"/>
          </p:cNvSpPr>
          <p:nvPr>
            <p:ph type="title" idx="0"/>
          </p:nvPr>
        </p:nvSpPr>
        <p:spPr>
          <a:xfrm xmlns:a="http://schemas.openxmlformats.org/drawingml/2006/main">
            <a:off x="67945" y="3917315"/>
            <a:ext cx="12123420" cy="829945"/>
          </a:xfrm>
        </p:spPr>
        <p:txBody>
          <a:bodyPr xmlns:a="http://schemas.openxmlformats.org/drawingml/2006/main" lIns="0" tIns="0" rIns="0" bIns="0">
            <a:noAutofit/>
          </a:bodyPr>
          <a:lstStyle xmlns:a="http://schemas.openxmlformats.org/drawingml/2006/main">
            <a:defPPr algn="ctr">
              <a:defRPr sz="5400" b="1">
                <a:solidFill>
                  <a:srgbClr val="000000"/>
                </a:solidFill>
                <a:latin typeface="Times New Roman"/>
                <a:ea typeface="Times New Roman"/>
                <a:cs typeface="Times New Roman"/>
              </a:defRPr>
            </a:defPPr>
          </a:lstStyle>
          <a:p xmlns:a="http://schemas.openxmlformats.org/drawingml/2006/main">
            <a:pPr algn="ctr">
              <a:buNone/>
              <a:defRPr sz="5400" b="1">
                <a:solidFill>
                  <a:srgbClr val="000000"/>
                </a:solidFill>
                <a:latin typeface="Times New Roman"/>
                <a:ea typeface="Times New Roman"/>
                <a:cs typeface="Times New Roman"/>
              </a:defRPr>
            </a:pPr>
            <a:r>
              <a:rPr sz="5400" b="1" baseline="0">
                <a:solidFill>
                  <a:srgbClr val="000000"/>
                </a:solidFill>
                <a:latin typeface="Times New Roman"/>
                <a:ea typeface="Times New Roman"/>
                <a:cs typeface="Times New Roman"/>
              </a:rPr>
              <a:t>Laser-Assisted Sol–Gel Deposition</a:t>
            </a:r>
          </a:p>
        </p:txBody>
      </p:sp>
      <p:sp>
        <p:nvSpPr>
          <p:cNvPr id="14" name="任意多边形: 形状 13">
            <a:extLst xmlns:a="http://schemas.openxmlformats.org/drawingml/2006/main">
              <a:ext uri="{FF2B5EF4-FFF2-40B4-BE49-F238E27FC236}">
                <a16:creationId xmlns:a16="http://schemas.microsoft.com/office/drawing/2014/main" id="{2C701AF6-D293-4CA3-B9C0-FB79210A27EE}"/>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BE5A0BCF-3185-455B-98D2-A5E4890D884D}"/>
              </a:ext>
            </a:extLst>
          </p:cNvPr>
          <p:cNvSpPr>
            <a:spLocks xmlns:a="http://schemas.openxmlformats.org/drawingml/2006/main" noGrp="1"/>
          </p:cNvSpPr>
          <p:nvPr/>
        </p:nvSpPr>
        <p:spPr>
          <a:xfrm xmlns:a="http://schemas.openxmlformats.org/drawingml/2006/main">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48B830EE-1EB8-4BCC-A850-4A375419343D}"/>
              </a:ext>
            </a:extLst>
          </p:cNvPr>
          <p:cNvSpPr>
            <a:spLocks xmlns:a="http://schemas.openxmlformats.org/drawingml/2006/main" noGrp="1"/>
          </p:cNvSpPr>
          <p:nvPr/>
        </p:nvSpPr>
        <p:spPr>
          <a:xfrm xmlns:a="http://schemas.openxmlformats.org/drawingml/2006/main">
            <a:off x="5727065" y="1405890"/>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1</a:t>
            </a:r>
          </a:p>
        </p:txBody>
      </p:sp>
      <p:sp>
        <p:nvSpPr>
          <p:cNvPr id="12" name="任意多边形: 形状 16">
            <a:extLst xmlns:a="http://schemas.openxmlformats.org/drawingml/2006/main">
              <a:ext uri="{FF2B5EF4-FFF2-40B4-BE49-F238E27FC236}">
                <a16:creationId xmlns:a16="http://schemas.microsoft.com/office/drawing/2014/main" id="{6D7A829E-4E86-42EC-9C92-B395B836801B}"/>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46671547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2DE75787-B919-41D3-B74D-755AE83F721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D42EBC89-1102-40B2-B3E9-7B7C42123C68}"/>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6409B837-9FF7-4403-9F26-6A02D85923A2}"/>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Research idea</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15FEC7BF-D9FC-4867-A186-415D89A4E4ED}"/>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2B6C405C-02D7-4A31-BD8D-153B0606B515}"/>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C22698F1-ED6E-4BA8-8855-29A43154E138}"/>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Surf. Coat. Technol., 2011. Schematic; not to scale.</a:t>
            </a:r>
          </a:p>
        </p:txBody>
      </p:sp>
      <p:sp>
        <p:nvSpPr>
          <p:cNvPr id="62" name="">
            <a:extLst xmlns:a="http://schemas.openxmlformats.org/drawingml/2006/main">
              <a:ext uri="{FF2B5EF4-FFF2-40B4-BE49-F238E27FC236}">
                <a16:creationId xmlns:a16="http://schemas.microsoft.com/office/drawing/2014/main" id="{7FB897CF-2989-4798-B38A-46585341DEB7}"/>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0E54DCA0-37BA-4744-816B-0BC9D3796C7D}"/>
              </a:ext>
            </a:extLst>
          </p:cNvPr>
          <p:cNvSpPr>
            <a:spLocks xmlns:a="http://schemas.openxmlformats.org/drawingml/2006/main" noGrp="1"/>
          </p:cNvSpPr>
          <p:nvPr/>
        </p:nvSpPr>
        <p:spPr>
          <a:xfrm xmlns:a="http://schemas.openxmlformats.org/drawingml/2006/main">
            <a:off x="7429500" y="1162050"/>
            <a:ext cx="4333875" cy="4552950"/>
          </a:xfrm>
          <a:prstGeom xmlns:a="http://schemas.openxmlformats.org/drawingml/2006/main" prst="roundRect">
            <a:avLst>
              <a:gd name="adj" fmla="val 7912"/>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C9D1F72E-2775-432B-B9C2-CBC370F71B8E}"/>
              </a:ext>
            </a:extLst>
          </p:cNvPr>
          <p:cNvSpPr>
            <a:spLocks xmlns:a="http://schemas.openxmlformats.org/drawingml/2006/main" noGrp="1"/>
          </p:cNvSpPr>
          <p:nvPr/>
        </p:nvSpPr>
        <p:spPr>
          <a:xfrm xmlns:a="http://schemas.openxmlformats.org/drawingml/2006/main">
            <a:off x="638175" y="14097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Wet sol + local laser treatment</a:t>
            </a:r>
          </a:p>
        </p:txBody>
      </p:sp>
      <p:sp>
        <p:nvSpPr>
          <p:cNvPr id="65" name="">
            <a:extLst xmlns:a="http://schemas.openxmlformats.org/drawingml/2006/main">
              <a:ext uri="{FF2B5EF4-FFF2-40B4-BE49-F238E27FC236}">
                <a16:creationId xmlns:a16="http://schemas.microsoft.com/office/drawing/2014/main" id="{ADFE07B4-B1C8-4F23-9051-9978838CC30D}"/>
              </a:ext>
            </a:extLst>
          </p:cNvPr>
          <p:cNvSpPr>
            <a:spLocks xmlns:a="http://schemas.openxmlformats.org/drawingml/2006/main" noGrp="1"/>
          </p:cNvSpPr>
          <p:nvPr/>
        </p:nvSpPr>
        <p:spPr>
          <a:xfrm xmlns:a="http://schemas.openxmlformats.org/drawingml/2006/main">
            <a:off x="904875" y="3733800"/>
            <a:ext cx="5715000" cy="1000125"/>
          </a:xfrm>
          <a:prstGeom xmlns:a="http://schemas.openxmlformats.org/drawingml/2006/main" prst="rect">
            <a:avLst/>
          </a:prstGeom>
          <a:solidFill xmlns:a="http://schemas.openxmlformats.org/drawingml/2006/main">
            <a:srgbClr val="A8B5C2"/>
          </a:solidFill>
          <a:ln xmlns:a="http://schemas.openxmlformats.org/drawingml/2006/main" w="28575">
            <a:solidFill>
              <a:srgbClr val="0E335B"/>
            </a:solidFill>
          </a:ln>
        </p:spPr>
      </p:sp>
      <p:sp>
        <p:nvSpPr>
          <p:cNvPr id="66" name="">
            <a:extLst xmlns:a="http://schemas.openxmlformats.org/drawingml/2006/main">
              <a:ext uri="{FF2B5EF4-FFF2-40B4-BE49-F238E27FC236}">
                <a16:creationId xmlns:a16="http://schemas.microsoft.com/office/drawing/2014/main" id="{B34184C2-9122-4970-ACC0-298EBEAD47D3}"/>
              </a:ext>
            </a:extLst>
          </p:cNvPr>
          <p:cNvSpPr>
            <a:spLocks xmlns:a="http://schemas.openxmlformats.org/drawingml/2006/main" noGrp="1"/>
          </p:cNvSpPr>
          <p:nvPr/>
        </p:nvSpPr>
        <p:spPr>
          <a:xfrm xmlns:a="http://schemas.openxmlformats.org/drawingml/2006/main">
            <a:off x="1219200" y="40576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SS316 stainless steel</a:t>
            </a:r>
          </a:p>
        </p:txBody>
      </p:sp>
      <p:sp>
        <p:nvSpPr>
          <p:cNvPr id="67" name="">
            <a:extLst xmlns:a="http://schemas.openxmlformats.org/drawingml/2006/main">
              <a:ext uri="{FF2B5EF4-FFF2-40B4-BE49-F238E27FC236}">
                <a16:creationId xmlns:a16="http://schemas.microsoft.com/office/drawing/2014/main" id="{3C6CF808-6F38-4F34-857B-34EACD109FBC}"/>
              </a:ext>
            </a:extLst>
          </p:cNvPr>
          <p:cNvSpPr>
            <a:spLocks xmlns:a="http://schemas.openxmlformats.org/drawingml/2006/main" noGrp="1"/>
          </p:cNvSpPr>
          <p:nvPr/>
        </p:nvSpPr>
        <p:spPr>
          <a:xfrm xmlns:a="http://schemas.openxmlformats.org/drawingml/2006/main">
            <a:off x="904875" y="3038475"/>
            <a:ext cx="5715000" cy="69532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8" name="">
            <a:extLst xmlns:a="http://schemas.openxmlformats.org/drawingml/2006/main">
              <a:ext uri="{FF2B5EF4-FFF2-40B4-BE49-F238E27FC236}">
                <a16:creationId xmlns:a16="http://schemas.microsoft.com/office/drawing/2014/main" id="{B93AFEAE-4ADD-4436-8F99-F18240F83160}"/>
              </a:ext>
            </a:extLst>
          </p:cNvPr>
          <p:cNvSpPr>
            <a:spLocks xmlns:a="http://schemas.openxmlformats.org/drawingml/2006/main" noGrp="1"/>
          </p:cNvSpPr>
          <p:nvPr/>
        </p:nvSpPr>
        <p:spPr>
          <a:xfrm xmlns:a="http://schemas.openxmlformats.org/drawingml/2006/main">
            <a:off x="962025" y="31051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E574B14C-399D-4D53-B479-DCC5250F0F57}"/>
              </a:ext>
            </a:extLst>
          </p:cNvPr>
          <p:cNvSpPr>
            <a:spLocks xmlns:a="http://schemas.openxmlformats.org/drawingml/2006/main" noGrp="1"/>
          </p:cNvSpPr>
          <p:nvPr/>
        </p:nvSpPr>
        <p:spPr>
          <a:xfrm xmlns:a="http://schemas.openxmlformats.org/drawingml/2006/main">
            <a:off x="1409700" y="32861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BE6AE8A8-01A6-4E01-B1D0-DD76130C66D6}"/>
              </a:ext>
            </a:extLst>
          </p:cNvPr>
          <p:cNvSpPr>
            <a:spLocks xmlns:a="http://schemas.openxmlformats.org/drawingml/2006/main" noGrp="1"/>
          </p:cNvSpPr>
          <p:nvPr/>
        </p:nvSpPr>
        <p:spPr>
          <a:xfrm xmlns:a="http://schemas.openxmlformats.org/drawingml/2006/main">
            <a:off x="1857375" y="34671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ECB889AF-575F-4827-8F59-BCFCCF2EBBD6}"/>
              </a:ext>
            </a:extLst>
          </p:cNvPr>
          <p:cNvSpPr>
            <a:spLocks xmlns:a="http://schemas.openxmlformats.org/drawingml/2006/main" noGrp="1"/>
          </p:cNvSpPr>
          <p:nvPr/>
        </p:nvSpPr>
        <p:spPr>
          <a:xfrm xmlns:a="http://schemas.openxmlformats.org/drawingml/2006/main">
            <a:off x="2305050" y="32194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5D44F6C9-DD16-40A3-B3E6-35A9B1AAD5AB}"/>
              </a:ext>
            </a:extLst>
          </p:cNvPr>
          <p:cNvSpPr>
            <a:spLocks xmlns:a="http://schemas.openxmlformats.org/drawingml/2006/main" noGrp="1"/>
          </p:cNvSpPr>
          <p:nvPr/>
        </p:nvSpPr>
        <p:spPr>
          <a:xfrm xmlns:a="http://schemas.openxmlformats.org/drawingml/2006/main">
            <a:off x="2752725" y="34004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BB2E835D-C417-4E4E-98B8-9EC263206A52}"/>
              </a:ext>
            </a:extLst>
          </p:cNvPr>
          <p:cNvSpPr>
            <a:spLocks xmlns:a="http://schemas.openxmlformats.org/drawingml/2006/main" noGrp="1"/>
          </p:cNvSpPr>
          <p:nvPr/>
        </p:nvSpPr>
        <p:spPr>
          <a:xfrm xmlns:a="http://schemas.openxmlformats.org/drawingml/2006/main">
            <a:off x="3200400" y="31527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A6834D9-55E8-4DA7-A96D-6D56143435C1}"/>
              </a:ext>
            </a:extLst>
          </p:cNvPr>
          <p:cNvSpPr>
            <a:spLocks xmlns:a="http://schemas.openxmlformats.org/drawingml/2006/main" noGrp="1"/>
          </p:cNvSpPr>
          <p:nvPr/>
        </p:nvSpPr>
        <p:spPr>
          <a:xfrm xmlns:a="http://schemas.openxmlformats.org/drawingml/2006/main">
            <a:off x="3648075" y="33337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F453B02F-E791-444E-B392-DED6801E821B}"/>
              </a:ext>
            </a:extLst>
          </p:cNvPr>
          <p:cNvSpPr>
            <a:spLocks xmlns:a="http://schemas.openxmlformats.org/drawingml/2006/main" noGrp="1"/>
          </p:cNvSpPr>
          <p:nvPr/>
        </p:nvSpPr>
        <p:spPr>
          <a:xfrm xmlns:a="http://schemas.openxmlformats.org/drawingml/2006/main">
            <a:off x="4095750" y="35147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99C7807A-BA6E-4759-8994-DAC7C938DA4A}"/>
              </a:ext>
            </a:extLst>
          </p:cNvPr>
          <p:cNvSpPr>
            <a:spLocks xmlns:a="http://schemas.openxmlformats.org/drawingml/2006/main" noGrp="1"/>
          </p:cNvSpPr>
          <p:nvPr/>
        </p:nvSpPr>
        <p:spPr>
          <a:xfrm xmlns:a="http://schemas.openxmlformats.org/drawingml/2006/main">
            <a:off x="4543425" y="32670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2C418569-2E5F-4ABB-AFDB-BDEDA8B59EF4}"/>
              </a:ext>
            </a:extLst>
          </p:cNvPr>
          <p:cNvSpPr>
            <a:spLocks xmlns:a="http://schemas.openxmlformats.org/drawingml/2006/main" noGrp="1"/>
          </p:cNvSpPr>
          <p:nvPr/>
        </p:nvSpPr>
        <p:spPr>
          <a:xfrm xmlns:a="http://schemas.openxmlformats.org/drawingml/2006/main">
            <a:off x="4991100" y="34480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6C9B091D-FF84-4384-89E6-E30118D1FDD0}"/>
              </a:ext>
            </a:extLst>
          </p:cNvPr>
          <p:cNvSpPr>
            <a:spLocks xmlns:a="http://schemas.openxmlformats.org/drawingml/2006/main" noGrp="1"/>
          </p:cNvSpPr>
          <p:nvPr/>
        </p:nvSpPr>
        <p:spPr>
          <a:xfrm xmlns:a="http://schemas.openxmlformats.org/drawingml/2006/main">
            <a:off x="5438775" y="32004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A4AEC20E-08B5-4CBD-A033-FA686BEB0403}"/>
              </a:ext>
            </a:extLst>
          </p:cNvPr>
          <p:cNvSpPr>
            <a:spLocks xmlns:a="http://schemas.openxmlformats.org/drawingml/2006/main" noGrp="1"/>
          </p:cNvSpPr>
          <p:nvPr/>
        </p:nvSpPr>
        <p:spPr>
          <a:xfrm xmlns:a="http://schemas.openxmlformats.org/drawingml/2006/main">
            <a:off x="5886450" y="33813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B363DA20-AF5D-4501-959D-B4BB20F302F5}"/>
              </a:ext>
            </a:extLst>
          </p:cNvPr>
          <p:cNvSpPr>
            <a:spLocks xmlns:a="http://schemas.openxmlformats.org/drawingml/2006/main" noGrp="1"/>
          </p:cNvSpPr>
          <p:nvPr/>
        </p:nvSpPr>
        <p:spPr>
          <a:xfrm xmlns:a="http://schemas.openxmlformats.org/drawingml/2006/main">
            <a:off x="6334125" y="31337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2A7B08C4-E367-4551-B1CE-1DEA1DEE38F3}"/>
              </a:ext>
            </a:extLst>
          </p:cNvPr>
          <p:cNvSpPr>
            <a:spLocks xmlns:a="http://schemas.openxmlformats.org/drawingml/2006/main" noGrp="1"/>
          </p:cNvSpPr>
          <p:nvPr/>
        </p:nvSpPr>
        <p:spPr>
          <a:xfrm xmlns:a="http://schemas.openxmlformats.org/drawingml/2006/main">
            <a:off x="1295400" y="33147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A0893818-8450-4196-9F45-BA6566A12B8F}"/>
              </a:ext>
            </a:extLst>
          </p:cNvPr>
          <p:cNvSpPr>
            <a:spLocks xmlns:a="http://schemas.openxmlformats.org/drawingml/2006/main" noGrp="1"/>
          </p:cNvSpPr>
          <p:nvPr/>
        </p:nvSpPr>
        <p:spPr>
          <a:xfrm xmlns:a="http://schemas.openxmlformats.org/drawingml/2006/main">
            <a:off x="1743075" y="3495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55278501-42E6-4A08-866B-409597244A31}"/>
              </a:ext>
            </a:extLst>
          </p:cNvPr>
          <p:cNvSpPr>
            <a:spLocks xmlns:a="http://schemas.openxmlformats.org/drawingml/2006/main" noGrp="1"/>
          </p:cNvSpPr>
          <p:nvPr/>
        </p:nvSpPr>
        <p:spPr>
          <a:xfrm xmlns:a="http://schemas.openxmlformats.org/drawingml/2006/main">
            <a:off x="2190750" y="32480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7E36F2F3-D33B-4E3D-A875-6617042FE303}"/>
              </a:ext>
            </a:extLst>
          </p:cNvPr>
          <p:cNvSpPr>
            <a:spLocks xmlns:a="http://schemas.openxmlformats.org/drawingml/2006/main" noGrp="1"/>
          </p:cNvSpPr>
          <p:nvPr/>
        </p:nvSpPr>
        <p:spPr>
          <a:xfrm xmlns:a="http://schemas.openxmlformats.org/drawingml/2006/main">
            <a:off x="2638425" y="34290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107F9405-2613-4629-AEB7-6F02A12A16CA}"/>
              </a:ext>
            </a:extLst>
          </p:cNvPr>
          <p:cNvSpPr>
            <a:spLocks xmlns:a="http://schemas.openxmlformats.org/drawingml/2006/main" noGrp="1"/>
          </p:cNvSpPr>
          <p:nvPr/>
        </p:nvSpPr>
        <p:spPr>
          <a:xfrm xmlns:a="http://schemas.openxmlformats.org/drawingml/2006/main">
            <a:off x="3086100" y="31813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33EDCCDE-5AB1-4D31-8715-CB05A4965869}"/>
              </a:ext>
            </a:extLst>
          </p:cNvPr>
          <p:cNvSpPr>
            <a:spLocks xmlns:a="http://schemas.openxmlformats.org/drawingml/2006/main" noGrp="1"/>
          </p:cNvSpPr>
          <p:nvPr/>
        </p:nvSpPr>
        <p:spPr>
          <a:xfrm xmlns:a="http://schemas.openxmlformats.org/drawingml/2006/main">
            <a:off x="3533775" y="33623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997D648C-734C-4FA9-ACAE-37120A91E2B4}"/>
              </a:ext>
            </a:extLst>
          </p:cNvPr>
          <p:cNvSpPr>
            <a:spLocks xmlns:a="http://schemas.openxmlformats.org/drawingml/2006/main" noGrp="1"/>
          </p:cNvSpPr>
          <p:nvPr/>
        </p:nvSpPr>
        <p:spPr>
          <a:xfrm xmlns:a="http://schemas.openxmlformats.org/drawingml/2006/main">
            <a:off x="3981450" y="3114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7EAFFEDA-0898-40D6-BD98-262750F8A74F}"/>
              </a:ext>
            </a:extLst>
          </p:cNvPr>
          <p:cNvSpPr>
            <a:spLocks xmlns:a="http://schemas.openxmlformats.org/drawingml/2006/main" noGrp="1"/>
          </p:cNvSpPr>
          <p:nvPr/>
        </p:nvSpPr>
        <p:spPr>
          <a:xfrm xmlns:a="http://schemas.openxmlformats.org/drawingml/2006/main">
            <a:off x="4429125" y="32956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163F7850-EC7B-4CFB-AEE9-04109748EFE1}"/>
              </a:ext>
            </a:extLst>
          </p:cNvPr>
          <p:cNvSpPr>
            <a:spLocks xmlns:a="http://schemas.openxmlformats.org/drawingml/2006/main" noGrp="1"/>
          </p:cNvSpPr>
          <p:nvPr/>
        </p:nvSpPr>
        <p:spPr>
          <a:xfrm xmlns:a="http://schemas.openxmlformats.org/drawingml/2006/main">
            <a:off x="4876800" y="34766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2C8AB195-5892-444F-AC35-FEA9B53F438B}"/>
              </a:ext>
            </a:extLst>
          </p:cNvPr>
          <p:cNvSpPr>
            <a:spLocks xmlns:a="http://schemas.openxmlformats.org/drawingml/2006/main" noGrp="1"/>
          </p:cNvSpPr>
          <p:nvPr/>
        </p:nvSpPr>
        <p:spPr>
          <a:xfrm xmlns:a="http://schemas.openxmlformats.org/drawingml/2006/main">
            <a:off x="5324475" y="3228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78C96B03-B299-4308-86E7-133A83E0CAA7}"/>
              </a:ext>
            </a:extLst>
          </p:cNvPr>
          <p:cNvSpPr>
            <a:spLocks xmlns:a="http://schemas.openxmlformats.org/drawingml/2006/main" noGrp="1"/>
          </p:cNvSpPr>
          <p:nvPr/>
        </p:nvSpPr>
        <p:spPr>
          <a:xfrm xmlns:a="http://schemas.openxmlformats.org/drawingml/2006/main">
            <a:off x="5772150" y="34099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24FBAF92-029A-4F19-A634-55A6A2A4FA78}"/>
              </a:ext>
            </a:extLst>
          </p:cNvPr>
          <p:cNvSpPr>
            <a:spLocks xmlns:a="http://schemas.openxmlformats.org/drawingml/2006/main" noGrp="1"/>
          </p:cNvSpPr>
          <p:nvPr/>
        </p:nvSpPr>
        <p:spPr>
          <a:xfrm xmlns:a="http://schemas.openxmlformats.org/drawingml/2006/main">
            <a:off x="1095375" y="3600450"/>
            <a:ext cx="2619375" cy="123825"/>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80A103A7-34F4-470C-8A8E-003D8A1C87AA}"/>
              </a:ext>
            </a:extLst>
          </p:cNvPr>
          <p:cNvSpPr>
            <a:spLocks xmlns:a="http://schemas.openxmlformats.org/drawingml/2006/main" noGrp="1"/>
          </p:cNvSpPr>
          <p:nvPr/>
        </p:nvSpPr>
        <p:spPr>
          <a:xfrm xmlns:a="http://schemas.openxmlformats.org/drawingml/2006/main">
            <a:off x="990600" y="24860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baseline="0"/>
              <a:t>Al</a:t>
            </a:r>
            <a:r>
              <a:rPr baseline="-25000"/>
              <a:t>2</a:t>
            </a:r>
            <a:r>
              <a:rPr baseline="0"/>
              <a:t>O</a:t>
            </a:r>
            <a:r>
              <a:rPr baseline="-25000"/>
              <a:t>3</a:t>
            </a:r>
            <a:r>
              <a:rPr baseline="0"/>
              <a:t> sol + nanopowder</a:t>
            </a:r>
          </a:p>
        </p:txBody>
      </p:sp>
      <p:sp>
        <p:nvSpPr>
          <p:cNvPr id="94" name="">
            <a:extLst xmlns:a="http://schemas.openxmlformats.org/drawingml/2006/main">
              <a:ext uri="{FF2B5EF4-FFF2-40B4-BE49-F238E27FC236}">
                <a16:creationId xmlns:a16="http://schemas.microsoft.com/office/drawing/2014/main" id="{BE8E27D3-EFD8-4AFE-8A39-C44141A753FF}"/>
              </a:ext>
            </a:extLst>
          </p:cNvPr>
          <p:cNvSpPr>
            <a:spLocks xmlns:a="http://schemas.openxmlformats.org/drawingml/2006/main" noGrp="1"/>
          </p:cNvSpPr>
          <p:nvPr/>
        </p:nvSpPr>
        <p:spPr>
          <a:xfrm xmlns:a="http://schemas.openxmlformats.org/drawingml/2006/main">
            <a:off x="1028700" y="49339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4E83A4"/>
                </a:solidFill>
                <a:latin typeface="Times New Roman"/>
                <a:ea typeface="Times New Roman"/>
                <a:cs typeface="Times New Roman"/>
              </a:defRPr>
            </a:defPPr>
          </a:lstStyle>
          <a:p xmlns:a="http://schemas.openxmlformats.org/drawingml/2006/main">
            <a:pPr algn="l">
              <a:defRPr sz="2200" b="1">
                <a:solidFill>
                  <a:srgbClr val="4E83A4"/>
                </a:solidFill>
                <a:latin typeface="Times New Roman"/>
                <a:ea typeface="Times New Roman"/>
                <a:cs typeface="Times New Roman"/>
              </a:defRPr>
            </a:pPr>
            <a:r>
              <a:rPr sz="2200" b="1">
                <a:solidFill>
                  <a:srgbClr val="4E83A4"/>
                </a:solidFill>
                <a:latin typeface="Times New Roman"/>
                <a:ea typeface="Times New Roman"/>
                <a:cs typeface="Times New Roman"/>
              </a:rPr>
              <a:t>Deposited oxide</a:t>
            </a:r>
          </a:p>
        </p:txBody>
      </p:sp>
      <p:sp>
        <p:nvSpPr>
          <p:cNvPr id="95" name="">
            <a:extLst xmlns:a="http://schemas.openxmlformats.org/drawingml/2006/main">
              <a:ext uri="{FF2B5EF4-FFF2-40B4-BE49-F238E27FC236}">
                <a16:creationId xmlns:a16="http://schemas.microsoft.com/office/drawing/2014/main" id="{BF1A47FF-D7D3-4BE2-98B0-9D7AD8007C4C}"/>
              </a:ext>
            </a:extLst>
          </p:cNvPr>
          <p:cNvSpPr>
            <a:spLocks xmlns:a="http://schemas.openxmlformats.org/drawingml/2006/main" noGrp="1"/>
          </p:cNvSpPr>
          <p:nvPr/>
        </p:nvSpPr>
        <p:spPr>
          <a:xfrm xmlns:a="http://schemas.openxmlformats.org/drawingml/2006/main">
            <a:off x="3619500" y="1943100"/>
            <a:ext cx="685800" cy="342900"/>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04BD2F3A-A78E-4027-A6B1-37353B54FA47}"/>
              </a:ext>
            </a:extLst>
          </p:cNvPr>
          <p:cNvSpPr>
            <a:spLocks xmlns:a="http://schemas.openxmlformats.org/drawingml/2006/main" noGrp="1"/>
          </p:cNvSpPr>
          <p:nvPr/>
        </p:nvSpPr>
        <p:spPr>
          <a:xfrm xmlns:a="http://schemas.openxmlformats.org/drawingml/2006/main">
            <a:off x="3752850" y="2305050"/>
            <a:ext cx="514350" cy="1323975"/>
          </a:xfrm>
          <a:custGeom xmlns:a="http://schemas.openxmlformats.org/drawingml/2006/main">
            <a:pathLst>
              <a:path w="514350" h="1323975">
                <a:moveTo>
                  <a:pt x="152400" y="0"/>
                </a:moveTo>
                <a:lnTo>
                  <a:pt x="361950" y="0"/>
                </a:lnTo>
                <a:lnTo>
                  <a:pt x="514350" y="1323975"/>
                </a:lnTo>
                <a:lnTo>
                  <a:pt x="0" y="1323975"/>
                </a:lnTo>
                <a:close/>
              </a:path>
            </a:pathLst>
          </a:custGeom>
          <a:solidFill xmlns:a="http://schemas.openxmlformats.org/drawingml/2006/main">
            <a:srgbClr val="F7BAA7"/>
          </a:solidFill>
          <a:ln xmlns:a="http://schemas.openxmlformats.org/drawingml/2006/main" w="9525">
            <a:noFill/>
          </a:ln>
        </p:spPr>
      </p:sp>
      <p:sp>
        <p:nvSpPr>
          <p:cNvPr id="97" name="">
            <a:extLst xmlns:a="http://schemas.openxmlformats.org/drawingml/2006/main">
              <a:ext uri="{FF2B5EF4-FFF2-40B4-BE49-F238E27FC236}">
                <a16:creationId xmlns:a16="http://schemas.microsoft.com/office/drawing/2014/main" id="{59CE8B28-5C34-40A2-B435-B4A5DC9EE475}"/>
              </a:ext>
            </a:extLst>
          </p:cNvPr>
          <p:cNvSpPr>
            <a:spLocks xmlns:a="http://schemas.openxmlformats.org/drawingml/2006/main" noGrp="1"/>
          </p:cNvSpPr>
          <p:nvPr/>
        </p:nvSpPr>
        <p:spPr>
          <a:xfrm xmlns:a="http://schemas.openxmlformats.org/drawingml/2006/main">
            <a:off x="4514850" y="2000250"/>
            <a:ext cx="1047750" cy="22860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56F3D880-EC1D-4825-A59C-3F1CB227F6DB}"/>
              </a:ext>
            </a:extLst>
          </p:cNvPr>
          <p:cNvSpPr>
            <a:spLocks xmlns:a="http://schemas.openxmlformats.org/drawingml/2006/main" noGrp="1"/>
          </p:cNvSpPr>
          <p:nvPr/>
        </p:nvSpPr>
        <p:spPr>
          <a:xfrm xmlns:a="http://schemas.openxmlformats.org/drawingml/2006/main">
            <a:off x="5667375" y="1914525"/>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Scan</a:t>
            </a:r>
          </a:p>
        </p:txBody>
      </p:sp>
      <p:sp>
        <p:nvSpPr>
          <p:cNvPr id="99" name="">
            <a:extLst xmlns:a="http://schemas.openxmlformats.org/drawingml/2006/main">
              <a:ext uri="{FF2B5EF4-FFF2-40B4-BE49-F238E27FC236}">
                <a16:creationId xmlns:a16="http://schemas.microsoft.com/office/drawing/2014/main" id="{31EE7F9D-BB3D-476E-B051-8D52D88C5164}"/>
              </a:ext>
            </a:extLst>
          </p:cNvPr>
          <p:cNvSpPr>
            <a:spLocks xmlns:a="http://schemas.openxmlformats.org/drawingml/2006/main" noGrp="1"/>
          </p:cNvSpPr>
          <p:nvPr/>
        </p:nvSpPr>
        <p:spPr>
          <a:xfrm xmlns:a="http://schemas.openxmlformats.org/drawingml/2006/main">
            <a:off x="7629525" y="148590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Approach</a:t>
            </a:r>
          </a:p>
        </p:txBody>
      </p:sp>
      <p:sp>
        <p:nvSpPr>
          <p:cNvPr id="100" name="">
            <a:extLst xmlns:a="http://schemas.openxmlformats.org/drawingml/2006/main">
              <a:ext uri="{FF2B5EF4-FFF2-40B4-BE49-F238E27FC236}">
                <a16:creationId xmlns:a16="http://schemas.microsoft.com/office/drawing/2014/main" id="{66454D32-3C98-4EA9-9179-0EC889F63DAA}"/>
              </a:ext>
            </a:extLst>
          </p:cNvPr>
          <p:cNvSpPr>
            <a:spLocks xmlns:a="http://schemas.openxmlformats.org/drawingml/2006/main" noGrp="1"/>
          </p:cNvSpPr>
          <p:nvPr/>
        </p:nvSpPr>
        <p:spPr>
          <a:xfrm xmlns:a="http://schemas.openxmlformats.org/drawingml/2006/main">
            <a:off x="7629525" y="2000250"/>
            <a:ext cx="384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Coat first.</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Irradiate while wet.</a:t>
            </a:r>
          </a:p>
        </p:txBody>
      </p:sp>
      <p:sp>
        <p:nvSpPr>
          <p:cNvPr id="101" name="">
            <a:extLst xmlns:a="http://schemas.openxmlformats.org/drawingml/2006/main">
              <a:ext uri="{FF2B5EF4-FFF2-40B4-BE49-F238E27FC236}">
                <a16:creationId xmlns:a16="http://schemas.microsoft.com/office/drawing/2014/main" id="{E6898442-21C8-4143-9288-6322A66B6C59}"/>
              </a:ext>
            </a:extLst>
          </p:cNvPr>
          <p:cNvSpPr>
            <a:spLocks xmlns:a="http://schemas.openxmlformats.org/drawingml/2006/main" noGrp="1"/>
          </p:cNvSpPr>
          <p:nvPr/>
        </p:nvSpPr>
        <p:spPr>
          <a:xfrm xmlns:a="http://schemas.openxmlformats.org/drawingml/2006/main">
            <a:off x="7629525" y="3324225"/>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Research value</a:t>
            </a:r>
          </a:p>
        </p:txBody>
      </p:sp>
      <p:sp>
        <p:nvSpPr>
          <p:cNvPr id="102" name="">
            <a:extLst xmlns:a="http://schemas.openxmlformats.org/drawingml/2006/main">
              <a:ext uri="{FF2B5EF4-FFF2-40B4-BE49-F238E27FC236}">
                <a16:creationId xmlns:a16="http://schemas.microsoft.com/office/drawing/2014/main" id="{18916530-6D58-43D0-BD36-4C282A499BD7}"/>
              </a:ext>
            </a:extLst>
          </p:cNvPr>
          <p:cNvSpPr>
            <a:spLocks xmlns:a="http://schemas.openxmlformats.org/drawingml/2006/main" noGrp="1"/>
          </p:cNvSpPr>
          <p:nvPr/>
        </p:nvSpPr>
        <p:spPr>
          <a:xfrm xmlns:a="http://schemas.openxmlformats.org/drawingml/2006/main">
            <a:off x="7629525" y="3838575"/>
            <a:ext cx="38481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 laser can convert</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the sol into an</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oxide binder.</a:t>
            </a:r>
          </a:p>
        </p:txBody>
      </p:sp>
      <p:pic>
        <p:nvPicPr>
          <p:cNvPr id="103" name="">
            <a:extLst xmlns:a="http://schemas.openxmlformats.org/drawingml/2006/main">
              <a:ext uri="{FF2B5EF4-FFF2-40B4-BE49-F238E27FC236}">
                <a16:creationId xmlns:a16="http://schemas.microsoft.com/office/drawing/2014/main" id="{919EFE26-5370-4A04-8F19-02153BE80F67}"/>
              </a:ext>
            </a:extLst>
          </p:cNvPr>
          <p:cNvPicPr>
            <a:picLocks xmlns:a="http://schemas.openxmlformats.org/drawingml/2006/main" noChangeAspect="1"/>
          </p:cNvPicPr>
          <p:nvPr/>
        </p:nvPicPr>
        <p:blipFill>
          <a:blip xmlns:r="http://schemas.openxmlformats.org/officeDocument/2006/relationships" xmlns:a="http://schemas.openxmlformats.org/drawingml/2006/main" r:embed="Racdca6345eb044e1">
            <a:extLst>
              <a:ext uri="{96DAC541-7B7A-43D3-8B79-37D633B846F1}">
                <asvg:svgBlip xmlns:asvg="http://schemas.microsoft.com/office/drawing/2016/SVG/main" r:embed="R702d3e23f3b04028"/>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9540453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5BCAD5CD-BBEB-40F7-89A7-C45A045A0CA0}"/>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057D27ED-34E1-4F10-8A88-89ECEC5300DA}"/>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5E04D618-C100-4D23-AAEB-8E6DB1DF74CC}"/>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Preparation</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D7E6DF02-BEBC-4431-820F-6AE8D2443C53}"/>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5949CA77-A141-438C-8D0D-CC6341E2E94C}"/>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44E561EA-A0C2-4AE0-B35E-CBC8B2B96B74}"/>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2011, §2.1 and Fig. 1. Original process schematic.</a:t>
            </a:r>
          </a:p>
        </p:txBody>
      </p:sp>
      <p:sp>
        <p:nvSpPr>
          <p:cNvPr id="62" name="">
            <a:extLst xmlns:a="http://schemas.openxmlformats.org/drawingml/2006/main">
              <a:ext uri="{FF2B5EF4-FFF2-40B4-BE49-F238E27FC236}">
                <a16:creationId xmlns:a16="http://schemas.microsoft.com/office/drawing/2014/main" id="{B8EE82BA-B0D0-457C-BFD4-67C0B351FB85}"/>
              </a:ext>
            </a:extLst>
          </p:cNvPr>
          <p:cNvSpPr>
            <a:spLocks xmlns:a="http://schemas.openxmlformats.org/drawingml/2006/main" noGrp="1"/>
          </p:cNvSpPr>
          <p:nvPr/>
        </p:nvSpPr>
        <p:spPr>
          <a:xfrm xmlns:a="http://schemas.openxmlformats.org/drawingml/2006/main">
            <a:off x="428625" y="1162050"/>
            <a:ext cx="3638550" cy="4552950"/>
          </a:xfrm>
          <a:prstGeom xmlns:a="http://schemas.openxmlformats.org/drawingml/2006/main" prst="roundRect">
            <a:avLst>
              <a:gd name="adj" fmla="val 9424"/>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D54D76AA-2FE9-48F9-8194-E87D3CDF2964}"/>
              </a:ext>
            </a:extLst>
          </p:cNvPr>
          <p:cNvSpPr>
            <a:spLocks xmlns:a="http://schemas.openxmlformats.org/drawingml/2006/main" noGrp="1"/>
          </p:cNvSpPr>
          <p:nvPr/>
        </p:nvSpPr>
        <p:spPr>
          <a:xfrm xmlns:a="http://schemas.openxmlformats.org/drawingml/2006/main">
            <a:off x="4276725" y="1162050"/>
            <a:ext cx="3638550" cy="4552950"/>
          </a:xfrm>
          <a:prstGeom xmlns:a="http://schemas.openxmlformats.org/drawingml/2006/main" prst="roundRect">
            <a:avLst>
              <a:gd name="adj" fmla="val 9424"/>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BA68DEE4-8C30-4C37-B12C-788666CC1371}"/>
              </a:ext>
            </a:extLst>
          </p:cNvPr>
          <p:cNvSpPr>
            <a:spLocks xmlns:a="http://schemas.openxmlformats.org/drawingml/2006/main" noGrp="1"/>
          </p:cNvSpPr>
          <p:nvPr/>
        </p:nvSpPr>
        <p:spPr>
          <a:xfrm xmlns:a="http://schemas.openxmlformats.org/drawingml/2006/main">
            <a:off x="8124825" y="1162050"/>
            <a:ext cx="3638550" cy="4552950"/>
          </a:xfrm>
          <a:prstGeom xmlns:a="http://schemas.openxmlformats.org/drawingml/2006/main" prst="roundRect">
            <a:avLst>
              <a:gd name="adj" fmla="val 9424"/>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CCF4F63C-3E78-4BBE-9A05-FB98A137411B}"/>
              </a:ext>
            </a:extLst>
          </p:cNvPr>
          <p:cNvSpPr>
            <a:spLocks xmlns:a="http://schemas.openxmlformats.org/drawingml/2006/main" noGrp="1"/>
          </p:cNvSpPr>
          <p:nvPr/>
        </p:nvSpPr>
        <p:spPr>
          <a:xfrm xmlns:a="http://schemas.openxmlformats.org/drawingml/2006/main">
            <a:off x="6477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1 · Mixture</a:t>
            </a:r>
          </a:p>
        </p:txBody>
      </p:sp>
      <p:sp>
        <p:nvSpPr>
          <p:cNvPr id="66" name="">
            <a:extLst xmlns:a="http://schemas.openxmlformats.org/drawingml/2006/main">
              <a:ext uri="{FF2B5EF4-FFF2-40B4-BE49-F238E27FC236}">
                <a16:creationId xmlns:a16="http://schemas.microsoft.com/office/drawing/2014/main" id="{0F1AD1DD-3C71-4104-AA0F-45B71D7E9AF6}"/>
              </a:ext>
            </a:extLst>
          </p:cNvPr>
          <p:cNvSpPr>
            <a:spLocks xmlns:a="http://schemas.openxmlformats.org/drawingml/2006/main" noGrp="1"/>
          </p:cNvSpPr>
          <p:nvPr/>
        </p:nvSpPr>
        <p:spPr>
          <a:xfrm xmlns:a="http://schemas.openxmlformats.org/drawingml/2006/main">
            <a:off x="1371600" y="2428875"/>
            <a:ext cx="1638300" cy="1238250"/>
          </a:xfrm>
          <a:custGeom xmlns:a="http://schemas.openxmlformats.org/drawingml/2006/main">
            <a:pathLst>
              <a:path w="1638300" h="1238250">
                <a:moveTo>
                  <a:pt x="0" y="0"/>
                </a:moveTo>
                <a:lnTo>
                  <a:pt x="190500" y="1238250"/>
                </a:lnTo>
                <a:lnTo>
                  <a:pt x="1447800" y="1238250"/>
                </a:lnTo>
                <a:lnTo>
                  <a:pt x="1638300" y="0"/>
                </a:lnTo>
                <a:close/>
              </a:path>
            </a:pathLst>
          </a:custGeom>
          <a:solidFill xmlns:a="http://schemas.openxmlformats.org/drawingml/2006/main">
            <a:srgbClr val="DCEBF6"/>
          </a:solidFill>
          <a:ln xmlns:a="http://schemas.openxmlformats.org/drawingml/2006/main" w="19050">
            <a:solidFill>
              <a:srgbClr val="0E335B"/>
            </a:solidFill>
          </a:ln>
        </p:spPr>
      </p:sp>
      <p:sp>
        <p:nvSpPr>
          <p:cNvPr id="67" name="">
            <a:extLst xmlns:a="http://schemas.openxmlformats.org/drawingml/2006/main">
              <a:ext uri="{FF2B5EF4-FFF2-40B4-BE49-F238E27FC236}">
                <a16:creationId xmlns:a16="http://schemas.microsoft.com/office/drawing/2014/main" id="{F096A71E-00BB-4855-B949-7E86B9ED9DB6}"/>
              </a:ext>
            </a:extLst>
          </p:cNvPr>
          <p:cNvSpPr>
            <a:spLocks xmlns:a="http://schemas.openxmlformats.org/drawingml/2006/main" noGrp="1"/>
          </p:cNvSpPr>
          <p:nvPr/>
        </p:nvSpPr>
        <p:spPr>
          <a:xfrm xmlns:a="http://schemas.openxmlformats.org/drawingml/2006/main">
            <a:off x="1600200" y="27717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169BB2BE-EFC2-4DB7-9434-DF2E2DACDBD1}"/>
              </a:ext>
            </a:extLst>
          </p:cNvPr>
          <p:cNvSpPr>
            <a:spLocks xmlns:a="http://schemas.openxmlformats.org/drawingml/2006/main" noGrp="1"/>
          </p:cNvSpPr>
          <p:nvPr/>
        </p:nvSpPr>
        <p:spPr>
          <a:xfrm xmlns:a="http://schemas.openxmlformats.org/drawingml/2006/main">
            <a:off x="2047875" y="29527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CD39A4F2-BA77-4F17-A5F8-7B132F1FE964}"/>
              </a:ext>
            </a:extLst>
          </p:cNvPr>
          <p:cNvSpPr>
            <a:spLocks xmlns:a="http://schemas.openxmlformats.org/drawingml/2006/main" noGrp="1"/>
          </p:cNvSpPr>
          <p:nvPr/>
        </p:nvSpPr>
        <p:spPr>
          <a:xfrm xmlns:a="http://schemas.openxmlformats.org/drawingml/2006/main">
            <a:off x="2495550" y="31337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180750A3-6992-424C-85A3-D20D7D2257BA}"/>
              </a:ext>
            </a:extLst>
          </p:cNvPr>
          <p:cNvSpPr>
            <a:spLocks xmlns:a="http://schemas.openxmlformats.org/drawingml/2006/main" noGrp="1"/>
          </p:cNvSpPr>
          <p:nvPr/>
        </p:nvSpPr>
        <p:spPr>
          <a:xfrm xmlns:a="http://schemas.openxmlformats.org/drawingml/2006/main">
            <a:off x="1885950" y="33147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8EF5B218-96A3-44BD-8DF8-80C72198A945}"/>
              </a:ext>
            </a:extLst>
          </p:cNvPr>
          <p:cNvSpPr>
            <a:spLocks xmlns:a="http://schemas.openxmlformats.org/drawingml/2006/main" noGrp="1"/>
          </p:cNvSpPr>
          <p:nvPr/>
        </p:nvSpPr>
        <p:spPr>
          <a:xfrm xmlns:a="http://schemas.openxmlformats.org/drawingml/2006/main">
            <a:off x="2333625" y="29241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47E30709-B487-4471-93B3-A4DF9A5191A9}"/>
              </a:ext>
            </a:extLst>
          </p:cNvPr>
          <p:cNvSpPr>
            <a:spLocks xmlns:a="http://schemas.openxmlformats.org/drawingml/2006/main" noGrp="1"/>
          </p:cNvSpPr>
          <p:nvPr/>
        </p:nvSpPr>
        <p:spPr>
          <a:xfrm xmlns:a="http://schemas.openxmlformats.org/drawingml/2006/main">
            <a:off x="1724025" y="31051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ED34DF11-4213-4B1A-86E5-36BAA84A01B7}"/>
              </a:ext>
            </a:extLst>
          </p:cNvPr>
          <p:cNvSpPr>
            <a:spLocks xmlns:a="http://schemas.openxmlformats.org/drawingml/2006/main" noGrp="1"/>
          </p:cNvSpPr>
          <p:nvPr/>
        </p:nvSpPr>
        <p:spPr>
          <a:xfrm xmlns:a="http://schemas.openxmlformats.org/drawingml/2006/main">
            <a:off x="2171700" y="32861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DEE6ABE1-BBC9-4903-A133-43AAFDE00B9A}"/>
              </a:ext>
            </a:extLst>
          </p:cNvPr>
          <p:cNvSpPr>
            <a:spLocks xmlns:a="http://schemas.openxmlformats.org/drawingml/2006/main" noGrp="1"/>
          </p:cNvSpPr>
          <p:nvPr/>
        </p:nvSpPr>
        <p:spPr>
          <a:xfrm xmlns:a="http://schemas.openxmlformats.org/drawingml/2006/main">
            <a:off x="2619375" y="28956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1EFAD1AE-95DA-4961-A27B-475987AA70B0}"/>
              </a:ext>
            </a:extLst>
          </p:cNvPr>
          <p:cNvSpPr>
            <a:spLocks xmlns:a="http://schemas.openxmlformats.org/drawingml/2006/main" noGrp="1"/>
          </p:cNvSpPr>
          <p:nvPr/>
        </p:nvSpPr>
        <p:spPr>
          <a:xfrm xmlns:a="http://schemas.openxmlformats.org/drawingml/2006/main">
            <a:off x="2009775" y="30765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E3DA3F7C-0E1F-4C4A-8FF3-752630CD1FE2}"/>
              </a:ext>
            </a:extLst>
          </p:cNvPr>
          <p:cNvSpPr>
            <a:spLocks xmlns:a="http://schemas.openxmlformats.org/drawingml/2006/main" noGrp="1"/>
          </p:cNvSpPr>
          <p:nvPr/>
        </p:nvSpPr>
        <p:spPr>
          <a:xfrm xmlns:a="http://schemas.openxmlformats.org/drawingml/2006/main">
            <a:off x="2457450" y="32575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9E6A07B8-C006-4D16-A59E-7BF442968E6B}"/>
              </a:ext>
            </a:extLst>
          </p:cNvPr>
          <p:cNvSpPr>
            <a:spLocks xmlns:a="http://schemas.openxmlformats.org/drawingml/2006/main" noGrp="1"/>
          </p:cNvSpPr>
          <p:nvPr/>
        </p:nvSpPr>
        <p:spPr>
          <a:xfrm xmlns:a="http://schemas.openxmlformats.org/drawingml/2006/main">
            <a:off x="1847850" y="28670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B7B60787-BD7D-43FD-BEB3-748679C06D36}"/>
              </a:ext>
            </a:extLst>
          </p:cNvPr>
          <p:cNvSpPr>
            <a:spLocks xmlns:a="http://schemas.openxmlformats.org/drawingml/2006/main" noGrp="1"/>
          </p:cNvSpPr>
          <p:nvPr/>
        </p:nvSpPr>
        <p:spPr>
          <a:xfrm xmlns:a="http://schemas.openxmlformats.org/drawingml/2006/main">
            <a:off x="2295525" y="30480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501D4279-60E0-42F8-9307-6BFC8583FA9C}"/>
              </a:ext>
            </a:extLst>
          </p:cNvPr>
          <p:cNvSpPr>
            <a:spLocks xmlns:a="http://schemas.openxmlformats.org/drawingml/2006/main" noGrp="1"/>
          </p:cNvSpPr>
          <p:nvPr/>
        </p:nvSpPr>
        <p:spPr>
          <a:xfrm xmlns:a="http://schemas.openxmlformats.org/drawingml/2006/main">
            <a:off x="1685925" y="3228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17CF439D-AD4C-4D33-8591-56FCA41FBD0F}"/>
              </a:ext>
            </a:extLst>
          </p:cNvPr>
          <p:cNvSpPr>
            <a:spLocks xmlns:a="http://schemas.openxmlformats.org/drawingml/2006/main" noGrp="1"/>
          </p:cNvSpPr>
          <p:nvPr/>
        </p:nvSpPr>
        <p:spPr>
          <a:xfrm xmlns:a="http://schemas.openxmlformats.org/drawingml/2006/main">
            <a:off x="2133600" y="28384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4B3B3998-05CA-4319-85D9-909F2569E084}"/>
              </a:ext>
            </a:extLst>
          </p:cNvPr>
          <p:cNvSpPr>
            <a:spLocks xmlns:a="http://schemas.openxmlformats.org/drawingml/2006/main" noGrp="1"/>
          </p:cNvSpPr>
          <p:nvPr/>
        </p:nvSpPr>
        <p:spPr>
          <a:xfrm xmlns:a="http://schemas.openxmlformats.org/drawingml/2006/main">
            <a:off x="2581275" y="30194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8E1E26B5-2BE0-4BAF-BBDB-30EA83AE0BB7}"/>
              </a:ext>
            </a:extLst>
          </p:cNvPr>
          <p:cNvSpPr>
            <a:spLocks xmlns:a="http://schemas.openxmlformats.org/drawingml/2006/main" noGrp="1"/>
          </p:cNvSpPr>
          <p:nvPr/>
        </p:nvSpPr>
        <p:spPr>
          <a:xfrm xmlns:a="http://schemas.openxmlformats.org/drawingml/2006/main">
            <a:off x="1971675" y="32004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FDC86B6C-15BB-4423-B363-975925202BAA}"/>
              </a:ext>
            </a:extLst>
          </p:cNvPr>
          <p:cNvSpPr>
            <a:spLocks xmlns:a="http://schemas.openxmlformats.org/drawingml/2006/main" noGrp="1"/>
          </p:cNvSpPr>
          <p:nvPr/>
        </p:nvSpPr>
        <p:spPr>
          <a:xfrm xmlns:a="http://schemas.openxmlformats.org/drawingml/2006/main">
            <a:off x="2419350" y="28098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C85E2D39-B340-43DF-9A9A-9F6435DCB03B}"/>
              </a:ext>
            </a:extLst>
          </p:cNvPr>
          <p:cNvSpPr>
            <a:spLocks xmlns:a="http://schemas.openxmlformats.org/drawingml/2006/main" noGrp="1"/>
          </p:cNvSpPr>
          <p:nvPr/>
        </p:nvSpPr>
        <p:spPr>
          <a:xfrm xmlns:a="http://schemas.openxmlformats.org/drawingml/2006/main">
            <a:off x="1809750" y="29908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FD600F33-10D6-434F-B691-E8C913BAFFDB}"/>
              </a:ext>
            </a:extLst>
          </p:cNvPr>
          <p:cNvSpPr>
            <a:spLocks xmlns:a="http://schemas.openxmlformats.org/drawingml/2006/main" noGrp="1"/>
          </p:cNvSpPr>
          <p:nvPr/>
        </p:nvSpPr>
        <p:spPr>
          <a:xfrm xmlns:a="http://schemas.openxmlformats.org/drawingml/2006/main">
            <a:off x="2257425" y="31718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E0EAC8CA-C230-4384-9CC0-B2EFD4134009}"/>
              </a:ext>
            </a:extLst>
          </p:cNvPr>
          <p:cNvSpPr>
            <a:spLocks xmlns:a="http://schemas.openxmlformats.org/drawingml/2006/main" noGrp="1"/>
          </p:cNvSpPr>
          <p:nvPr/>
        </p:nvSpPr>
        <p:spPr>
          <a:xfrm xmlns:a="http://schemas.openxmlformats.org/drawingml/2006/main">
            <a:off x="1647825" y="27813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BE60AC89-8C9D-44BA-8A9B-FD72F17038E0}"/>
              </a:ext>
            </a:extLst>
          </p:cNvPr>
          <p:cNvSpPr>
            <a:spLocks xmlns:a="http://schemas.openxmlformats.org/drawingml/2006/main" noGrp="1"/>
          </p:cNvSpPr>
          <p:nvPr/>
        </p:nvSpPr>
        <p:spPr>
          <a:xfrm xmlns:a="http://schemas.openxmlformats.org/drawingml/2006/main">
            <a:off x="647700" y="4286250"/>
            <a:ext cx="319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baseline="0"/>
              <a:t>Sol + Al</a:t>
            </a:r>
            <a:r>
              <a:rPr baseline="-25000"/>
              <a:t>2</a:t>
            </a:r>
            <a:r>
              <a:rPr baseline="0"/>
              <a:t>O</a:t>
            </a:r>
            <a:r>
              <a:rPr baseline="-25000"/>
              <a:t>3</a:t>
            </a:r>
            <a:r>
              <a:rPr baseline="0"/>
              <a:t> powder</a:t>
            </a:r>
          </a:p>
          <a:p xmlns:a="http://schemas.openxmlformats.org/drawingml/2006/main">
            <a:pPr algn="ctr">
              <a:defRPr sz="2200" b="0">
                <a:solidFill>
                  <a:srgbClr val="000000"/>
                </a:solidFill>
                <a:latin typeface="Times New Roman"/>
                <a:ea typeface="Times New Roman"/>
                <a:cs typeface="Times New Roman"/>
              </a:defRPr>
            </a:pPr>
            <a:r>
              <a:rPr baseline="0"/>
              <a:t>1:1 solid ratio</a:t>
            </a:r>
          </a:p>
          <a:p xmlns:a="http://schemas.openxmlformats.org/drawingml/2006/main">
            <a:pPr algn="ctr">
              <a:defRPr sz="2200" b="0">
                <a:solidFill>
                  <a:srgbClr val="000000"/>
                </a:solidFill>
                <a:latin typeface="Times New Roman"/>
                <a:ea typeface="Times New Roman"/>
                <a:cs typeface="Times New Roman"/>
              </a:defRPr>
            </a:pPr>
            <a:r>
              <a:rPr baseline="0"/>
              <a:t>5.3 wt.% total solids</a:t>
            </a:r>
          </a:p>
        </p:txBody>
      </p:sp>
      <p:sp>
        <p:nvSpPr>
          <p:cNvPr id="88" name="">
            <a:extLst xmlns:a="http://schemas.openxmlformats.org/drawingml/2006/main">
              <a:ext uri="{FF2B5EF4-FFF2-40B4-BE49-F238E27FC236}">
                <a16:creationId xmlns:a16="http://schemas.microsoft.com/office/drawing/2014/main" id="{C5F8E538-84EC-427B-9B71-D58DCA420E9A}"/>
              </a:ext>
            </a:extLst>
          </p:cNvPr>
          <p:cNvSpPr>
            <a:spLocks xmlns:a="http://schemas.openxmlformats.org/drawingml/2006/main" noGrp="1"/>
          </p:cNvSpPr>
          <p:nvPr/>
        </p:nvSpPr>
        <p:spPr>
          <a:xfrm xmlns:a="http://schemas.openxmlformats.org/drawingml/2006/main">
            <a:off x="44958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2 · Wet coating</a:t>
            </a:r>
          </a:p>
        </p:txBody>
      </p:sp>
      <p:sp>
        <p:nvSpPr>
          <p:cNvPr id="89" name="">
            <a:extLst xmlns:a="http://schemas.openxmlformats.org/drawingml/2006/main">
              <a:ext uri="{FF2B5EF4-FFF2-40B4-BE49-F238E27FC236}">
                <a16:creationId xmlns:a16="http://schemas.microsoft.com/office/drawing/2014/main" id="{D591786A-BBFC-4E3E-89FE-5427283530A4}"/>
              </a:ext>
            </a:extLst>
          </p:cNvPr>
          <p:cNvSpPr>
            <a:spLocks xmlns:a="http://schemas.openxmlformats.org/drawingml/2006/main" noGrp="1"/>
          </p:cNvSpPr>
          <p:nvPr/>
        </p:nvSpPr>
        <p:spPr>
          <a:xfrm xmlns:a="http://schemas.openxmlformats.org/drawingml/2006/main">
            <a:off x="4667250" y="3095625"/>
            <a:ext cx="2857500" cy="5905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EF60984C-B85B-4868-B5EC-8F8BEEE65041}"/>
              </a:ext>
            </a:extLst>
          </p:cNvPr>
          <p:cNvSpPr>
            <a:spLocks xmlns:a="http://schemas.openxmlformats.org/drawingml/2006/main" noGrp="1"/>
          </p:cNvSpPr>
          <p:nvPr/>
        </p:nvSpPr>
        <p:spPr>
          <a:xfrm xmlns:a="http://schemas.openxmlformats.org/drawingml/2006/main">
            <a:off x="4667250" y="2914650"/>
            <a:ext cx="2857500" cy="18097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91" name="">
            <a:extLst xmlns:a="http://schemas.openxmlformats.org/drawingml/2006/main">
              <a:ext uri="{FF2B5EF4-FFF2-40B4-BE49-F238E27FC236}">
                <a16:creationId xmlns:a16="http://schemas.microsoft.com/office/drawing/2014/main" id="{B24EC0C1-906E-405C-9327-B5140751FE11}"/>
              </a:ext>
            </a:extLst>
          </p:cNvPr>
          <p:cNvSpPr>
            <a:spLocks xmlns:a="http://schemas.openxmlformats.org/drawingml/2006/main" noGrp="1"/>
          </p:cNvSpPr>
          <p:nvPr/>
        </p:nvSpPr>
        <p:spPr>
          <a:xfrm xmlns:a="http://schemas.openxmlformats.org/drawingml/2006/main">
            <a:off x="6000750" y="2381250"/>
            <a:ext cx="190500" cy="1905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48E8843B-5F18-490B-89AB-BA9B4571DDE3}"/>
              </a:ext>
            </a:extLst>
          </p:cNvPr>
          <p:cNvSpPr>
            <a:spLocks xmlns:a="http://schemas.openxmlformats.org/drawingml/2006/main" noGrp="1"/>
          </p:cNvSpPr>
          <p:nvPr/>
        </p:nvSpPr>
        <p:spPr>
          <a:xfrm xmlns:a="http://schemas.openxmlformats.org/drawingml/2006/main">
            <a:off x="4495800" y="4286250"/>
            <a:ext cx="319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Polished SS316</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Apply the wet sol</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Irradiate immediately</a:t>
            </a:r>
          </a:p>
        </p:txBody>
      </p:sp>
      <p:sp>
        <p:nvSpPr>
          <p:cNvPr id="93" name="">
            <a:extLst xmlns:a="http://schemas.openxmlformats.org/drawingml/2006/main">
              <a:ext uri="{FF2B5EF4-FFF2-40B4-BE49-F238E27FC236}">
                <a16:creationId xmlns:a16="http://schemas.microsoft.com/office/drawing/2014/main" id="{44051240-E36B-41A5-AEB8-FC05A73B93E5}"/>
              </a:ext>
            </a:extLst>
          </p:cNvPr>
          <p:cNvSpPr>
            <a:spLocks xmlns:a="http://schemas.openxmlformats.org/drawingml/2006/main" noGrp="1"/>
          </p:cNvSpPr>
          <p:nvPr/>
        </p:nvSpPr>
        <p:spPr>
          <a:xfrm xmlns:a="http://schemas.openxmlformats.org/drawingml/2006/main">
            <a:off x="83439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3 · Laser scan</a:t>
            </a:r>
          </a:p>
        </p:txBody>
      </p:sp>
      <p:sp>
        <p:nvSpPr>
          <p:cNvPr id="94" name="">
            <a:extLst xmlns:a="http://schemas.openxmlformats.org/drawingml/2006/main">
              <a:ext uri="{FF2B5EF4-FFF2-40B4-BE49-F238E27FC236}">
                <a16:creationId xmlns:a16="http://schemas.microsoft.com/office/drawing/2014/main" id="{57C47281-E54A-4205-B58F-F250AB2A409F}"/>
              </a:ext>
            </a:extLst>
          </p:cNvPr>
          <p:cNvSpPr>
            <a:spLocks xmlns:a="http://schemas.openxmlformats.org/drawingml/2006/main" noGrp="1"/>
          </p:cNvSpPr>
          <p:nvPr/>
        </p:nvSpPr>
        <p:spPr>
          <a:xfrm xmlns:a="http://schemas.openxmlformats.org/drawingml/2006/main">
            <a:off x="8515350" y="3095625"/>
            <a:ext cx="2857500" cy="5905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8C2575C4-9EEB-49B6-86F5-22A140A27700}"/>
              </a:ext>
            </a:extLst>
          </p:cNvPr>
          <p:cNvSpPr>
            <a:spLocks xmlns:a="http://schemas.openxmlformats.org/drawingml/2006/main" noGrp="1"/>
          </p:cNvSpPr>
          <p:nvPr/>
        </p:nvSpPr>
        <p:spPr>
          <a:xfrm xmlns:a="http://schemas.openxmlformats.org/drawingml/2006/main">
            <a:off x="8515350" y="2914650"/>
            <a:ext cx="2857500" cy="18097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96" name="">
            <a:extLst xmlns:a="http://schemas.openxmlformats.org/drawingml/2006/main">
              <a:ext uri="{FF2B5EF4-FFF2-40B4-BE49-F238E27FC236}">
                <a16:creationId xmlns:a16="http://schemas.microsoft.com/office/drawing/2014/main" id="{15152B04-0317-4966-AE37-A4F125A83E61}"/>
              </a:ext>
            </a:extLst>
          </p:cNvPr>
          <p:cNvSpPr>
            <a:spLocks xmlns:a="http://schemas.openxmlformats.org/drawingml/2006/main" noGrp="1"/>
          </p:cNvSpPr>
          <p:nvPr/>
        </p:nvSpPr>
        <p:spPr>
          <a:xfrm xmlns:a="http://schemas.openxmlformats.org/drawingml/2006/main">
            <a:off x="9715500" y="2247900"/>
            <a:ext cx="457200" cy="285750"/>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E8BD5C11-FE1D-42C1-A274-58CC75D57325}"/>
              </a:ext>
            </a:extLst>
          </p:cNvPr>
          <p:cNvSpPr>
            <a:spLocks xmlns:a="http://schemas.openxmlformats.org/drawingml/2006/main" noGrp="1"/>
          </p:cNvSpPr>
          <p:nvPr/>
        </p:nvSpPr>
        <p:spPr>
          <a:xfrm xmlns:a="http://schemas.openxmlformats.org/drawingml/2006/main">
            <a:off x="9715500" y="2533650"/>
            <a:ext cx="457200" cy="561975"/>
          </a:xfrm>
          <a:custGeom xmlns:a="http://schemas.openxmlformats.org/drawingml/2006/main">
            <a:pathLst>
              <a:path w="457200" h="561975">
                <a:moveTo>
                  <a:pt x="171450" y="0"/>
                </a:moveTo>
                <a:lnTo>
                  <a:pt x="285750" y="0"/>
                </a:lnTo>
                <a:lnTo>
                  <a:pt x="457200" y="561975"/>
                </a:lnTo>
                <a:lnTo>
                  <a:pt x="0" y="561975"/>
                </a:lnTo>
                <a:close/>
              </a:path>
            </a:pathLst>
          </a:custGeom>
          <a:solidFill xmlns:a="http://schemas.openxmlformats.org/drawingml/2006/main">
            <a:srgbClr val="F7BAA7"/>
          </a:solidFill>
          <a:ln xmlns:a="http://schemas.openxmlformats.org/drawingml/2006/main" w="9525">
            <a:noFill/>
          </a:ln>
        </p:spPr>
      </p:sp>
      <p:sp>
        <p:nvSpPr>
          <p:cNvPr id="98" name="">
            <a:extLst xmlns:a="http://schemas.openxmlformats.org/drawingml/2006/main">
              <a:ext uri="{FF2B5EF4-FFF2-40B4-BE49-F238E27FC236}">
                <a16:creationId xmlns:a16="http://schemas.microsoft.com/office/drawing/2014/main" id="{2DDDFE50-2B1E-4C10-932D-587CFE0CAA1C}"/>
              </a:ext>
            </a:extLst>
          </p:cNvPr>
          <p:cNvSpPr>
            <a:spLocks xmlns:a="http://schemas.openxmlformats.org/drawingml/2006/main" noGrp="1"/>
          </p:cNvSpPr>
          <p:nvPr/>
        </p:nvSpPr>
        <p:spPr>
          <a:xfrm xmlns:a="http://schemas.openxmlformats.org/drawingml/2006/main">
            <a:off x="10401300" y="2533650"/>
            <a:ext cx="819150" cy="20955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926FED0C-32E9-4F87-8192-FE09C107CFCE}"/>
              </a:ext>
            </a:extLst>
          </p:cNvPr>
          <p:cNvSpPr>
            <a:spLocks xmlns:a="http://schemas.openxmlformats.org/drawingml/2006/main" noGrp="1"/>
          </p:cNvSpPr>
          <p:nvPr/>
        </p:nvSpPr>
        <p:spPr>
          <a:xfrm xmlns:a="http://schemas.openxmlformats.org/drawingml/2006/main">
            <a:off x="8343900" y="4286250"/>
            <a:ext cx="319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248 nm · 3.5 mJ</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30 mm/min · 200 Hz</a:t>
            </a:r>
          </a:p>
        </p:txBody>
      </p:sp>
      <p:sp>
        <p:nvSpPr>
          <p:cNvPr id="100" name="">
            <a:extLst xmlns:a="http://schemas.openxmlformats.org/drawingml/2006/main">
              <a:ext uri="{FF2B5EF4-FFF2-40B4-BE49-F238E27FC236}">
                <a16:creationId xmlns:a16="http://schemas.microsoft.com/office/drawing/2014/main" id="{D7BCAF42-8297-4D8E-9365-2C241711F0EE}"/>
              </a:ext>
            </a:extLst>
          </p:cNvPr>
          <p:cNvSpPr>
            <a:spLocks xmlns:a="http://schemas.openxmlformats.org/drawingml/2006/main" noGrp="1"/>
          </p:cNvSpPr>
          <p:nvPr/>
        </p:nvSpPr>
        <p:spPr>
          <a:xfrm xmlns:a="http://schemas.openxmlformats.org/drawingml/2006/main">
            <a:off x="3943350" y="2857500"/>
            <a:ext cx="457200" cy="266700"/>
          </a:xfrm>
          <a:prstGeom xmlns:a="http://schemas.openxmlformats.org/drawingml/2006/main" prst="rightArrow">
            <a:avLst/>
          </a:prstGeom>
          <a:solidFill xmlns:a="http://schemas.openxmlformats.org/drawingml/2006/main">
            <a:srgbClr val="0E335B"/>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B864BFCD-50BF-4B2E-8FD2-2142099BE32E}"/>
              </a:ext>
            </a:extLst>
          </p:cNvPr>
          <p:cNvSpPr>
            <a:spLocks xmlns:a="http://schemas.openxmlformats.org/drawingml/2006/main" noGrp="1"/>
          </p:cNvSpPr>
          <p:nvPr/>
        </p:nvSpPr>
        <p:spPr>
          <a:xfrm xmlns:a="http://schemas.openxmlformats.org/drawingml/2006/main">
            <a:off x="7791450" y="2857500"/>
            <a:ext cx="457200" cy="266700"/>
          </a:xfrm>
          <a:prstGeom xmlns:a="http://schemas.openxmlformats.org/drawingml/2006/main" prst="rightArrow">
            <a:avLst/>
          </a:prstGeom>
          <a:solidFill xmlns:a="http://schemas.openxmlformats.org/drawingml/2006/main">
            <a:srgbClr val="0E335B"/>
          </a:solidFill>
          <a:ln xmlns:a="http://schemas.openxmlformats.org/drawingml/2006/main" w="0">
            <a:noFill/>
          </a:ln>
        </p:spPr>
      </p:sp>
      <p:pic>
        <p:nvPicPr>
          <p:cNvPr id="102" name="">
            <a:extLst xmlns:a="http://schemas.openxmlformats.org/drawingml/2006/main">
              <a:ext uri="{FF2B5EF4-FFF2-40B4-BE49-F238E27FC236}">
                <a16:creationId xmlns:a16="http://schemas.microsoft.com/office/drawing/2014/main" id="{851FAEB9-A82C-4C9F-B92D-370CE92964BD}"/>
              </a:ext>
            </a:extLst>
          </p:cNvPr>
          <p:cNvPicPr>
            <a:picLocks xmlns:a="http://schemas.openxmlformats.org/drawingml/2006/main" noChangeAspect="1"/>
          </p:cNvPicPr>
          <p:nvPr/>
        </p:nvPicPr>
        <p:blipFill>
          <a:blip xmlns:r="http://schemas.openxmlformats.org/officeDocument/2006/relationships" xmlns:a="http://schemas.openxmlformats.org/drawingml/2006/main" r:embed="R9595a91aacf44510">
            <a:extLst>
              <a:ext uri="{96DAC541-7B7A-43D3-8B79-37D633B846F1}">
                <asvg:svgBlip xmlns:asvg="http://schemas.microsoft.com/office/drawing/2016/SVG/main" r:embed="Recf3d729e70044b5"/>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37111408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CDF355A2-C067-4F75-936E-BCB655231C74}"/>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28" name="矩形: 圆角 27">
            <a:extLst xmlns:a="http://schemas.openxmlformats.org/drawingml/2006/main">
              <a:ext uri="{FF2B5EF4-FFF2-40B4-BE49-F238E27FC236}">
                <a16:creationId xmlns:a16="http://schemas.microsoft.com/office/drawing/2014/main" id="{EBE1C8A8-3E33-440D-B667-8E6F9A387379}"/>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5" name="椭圆 4">
            <a:extLst xmlns:a="http://schemas.openxmlformats.org/drawingml/2006/main">
              <a:ext uri="{FF2B5EF4-FFF2-40B4-BE49-F238E27FC236}">
                <a16:creationId xmlns:a16="http://schemas.microsoft.com/office/drawing/2014/main" id="{5326C54B-A6FE-422E-BE30-ED66183FD71D}"/>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0" name="任意多边形: 形状 59">
            <a:extLst xmlns:a="http://schemas.openxmlformats.org/drawingml/2006/main">
              <a:ext uri="{FF2B5EF4-FFF2-40B4-BE49-F238E27FC236}">
                <a16:creationId xmlns:a16="http://schemas.microsoft.com/office/drawing/2014/main" id="{6C315053-C1A3-4AFC-8DE2-674C277D150E}"/>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361EB53D-E9CD-431D-8AF9-A34DBCA1BD17}"/>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Structure and performance</a:t>
            </a:r>
            <a:endParaRPr sz="2800" b="1">
              <a:solidFill>
                <a:schemeClr val="accent1"/>
              </a:solidFill>
            </a:endParaRPr>
          </a:p>
        </p:txBody>
      </p:sp>
      <p:sp>
        <p:nvSpPr>
          <p:cNvPr id="61" name="">
            <a:extLst xmlns:a="http://schemas.openxmlformats.org/drawingml/2006/main">
              <a:ext uri="{FF2B5EF4-FFF2-40B4-BE49-F238E27FC236}">
                <a16:creationId xmlns:a16="http://schemas.microsoft.com/office/drawing/2014/main" id="{C79C4ADF-4138-4606-BE18-15BD8B2F5A07}"/>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2011, Fig. 2(c), XRD and Table 4. SEM panel cropped.</a:t>
            </a:r>
          </a:p>
        </p:txBody>
      </p:sp>
      <p:sp>
        <p:nvSpPr>
          <p:cNvPr id="62" name="">
            <a:extLst xmlns:a="http://schemas.openxmlformats.org/drawingml/2006/main">
              <a:ext uri="{FF2B5EF4-FFF2-40B4-BE49-F238E27FC236}">
                <a16:creationId xmlns:a16="http://schemas.microsoft.com/office/drawing/2014/main" id="{BE734150-F5A2-4D3A-8BC8-35BD810BA7D6}"/>
              </a:ext>
            </a:extLst>
          </p:cNvPr>
          <p:cNvSpPr>
            <a:spLocks xmlns:a="http://schemas.openxmlformats.org/drawingml/2006/main" noGrp="1"/>
          </p:cNvSpPr>
          <p:nvPr/>
        </p:nvSpPr>
        <p:spPr>
          <a:xfrm xmlns:a="http://schemas.openxmlformats.org/drawingml/2006/main">
            <a:off x="7096125" y="1162050"/>
            <a:ext cx="46672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pic>
        <p:nvPicPr>
          <p:cNvPr id="63" name="">
            <a:extLst xmlns:a="http://schemas.openxmlformats.org/drawingml/2006/main">
              <a:ext uri="{FF2B5EF4-FFF2-40B4-BE49-F238E27FC236}">
                <a16:creationId xmlns:a16="http://schemas.microsoft.com/office/drawing/2014/main" id="{12B203EF-B759-447F-8F81-CFF28B452E51}"/>
              </a:ext>
            </a:extLst>
          </p:cNvPr>
          <p:cNvPicPr>
            <a:picLocks xmlns:a="http://schemas.openxmlformats.org/drawingml/2006/main" noChangeAspect="1"/>
          </p:cNvPicPr>
          <p:nvPr/>
        </p:nvPicPr>
        <p:blipFill>
          <a:blip xmlns:r="http://schemas.openxmlformats.org/officeDocument/2006/relationships" xmlns:a="http://schemas.openxmlformats.org/drawingml/2006/main" r:embed="R860d68b6fcfd4277"/>
          <a:stretch xmlns:a="http://schemas.openxmlformats.org/drawingml/2006/main"/>
        </p:blipFill>
        <p:spPr>
          <a:xfrm xmlns:a="http://schemas.openxmlformats.org/drawingml/2006/main">
            <a:off x="838951" y="1257300"/>
            <a:ext cx="5751599" cy="4324350"/>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B4E4D3BA-AABB-46CE-A569-495A4373B714}"/>
              </a:ext>
            </a:extLst>
          </p:cNvPr>
          <p:cNvSpPr>
            <a:spLocks xmlns:a="http://schemas.openxmlformats.org/drawingml/2006/main" noGrp="1"/>
          </p:cNvSpPr>
          <p:nvPr/>
        </p:nvSpPr>
        <p:spPr>
          <a:xfrm xmlns:a="http://schemas.openxmlformats.org/drawingml/2006/main">
            <a:off x="7286625" y="13811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SEM: laser-deposited surface</a:t>
            </a:r>
          </a:p>
        </p:txBody>
      </p:sp>
      <p:sp>
        <p:nvSpPr>
          <p:cNvPr id="65" name="">
            <a:extLst xmlns:a="http://schemas.openxmlformats.org/drawingml/2006/main">
              <a:ext uri="{FF2B5EF4-FFF2-40B4-BE49-F238E27FC236}">
                <a16:creationId xmlns:a16="http://schemas.microsoft.com/office/drawing/2014/main" id="{46DCCB2B-1804-4DA0-9B1F-8B35410E0C12}"/>
              </a:ext>
            </a:extLst>
          </p:cNvPr>
          <p:cNvSpPr>
            <a:spLocks xmlns:a="http://schemas.openxmlformats.org/drawingml/2006/main" noGrp="1"/>
          </p:cNvSpPr>
          <p:nvPr/>
        </p:nvSpPr>
        <p:spPr>
          <a:xfrm xmlns:a="http://schemas.openxmlformats.org/drawingml/2006/main">
            <a:off x="7286625" y="18097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Rough surface; particles remain.</a:t>
            </a:r>
          </a:p>
        </p:txBody>
      </p:sp>
      <p:sp>
        <p:nvSpPr>
          <p:cNvPr id="66" name="">
            <a:extLst xmlns:a="http://schemas.openxmlformats.org/drawingml/2006/main">
              <a:ext uri="{FF2B5EF4-FFF2-40B4-BE49-F238E27FC236}">
                <a16:creationId xmlns:a16="http://schemas.microsoft.com/office/drawing/2014/main" id="{6DF67837-B798-459B-B1BA-DD54CA733DE3}"/>
              </a:ext>
            </a:extLst>
          </p:cNvPr>
          <p:cNvSpPr>
            <a:spLocks xmlns:a="http://schemas.openxmlformats.org/drawingml/2006/main" noGrp="1"/>
          </p:cNvSpPr>
          <p:nvPr/>
        </p:nvSpPr>
        <p:spPr>
          <a:xfrm xmlns:a="http://schemas.openxmlformats.org/drawingml/2006/main">
            <a:off x="7286625" y="26574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Phase</a:t>
            </a:r>
          </a:p>
        </p:txBody>
      </p:sp>
      <p:sp>
        <p:nvSpPr>
          <p:cNvPr id="67" name="">
            <a:extLst xmlns:a="http://schemas.openxmlformats.org/drawingml/2006/main">
              <a:ext uri="{FF2B5EF4-FFF2-40B4-BE49-F238E27FC236}">
                <a16:creationId xmlns:a16="http://schemas.microsoft.com/office/drawing/2014/main" id="{72AB5108-CBFB-47F1-BE90-F7FE43A4E993}"/>
              </a:ext>
            </a:extLst>
          </p:cNvPr>
          <p:cNvSpPr>
            <a:spLocks xmlns:a="http://schemas.openxmlformats.org/drawingml/2006/main" noGrp="1"/>
          </p:cNvSpPr>
          <p:nvPr/>
        </p:nvSpPr>
        <p:spPr>
          <a:xfrm xmlns:a="http://schemas.openxmlformats.org/drawingml/2006/main">
            <a:off x="7286625" y="30861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baseline="0"/>
              <a:t>Partly crystalline γ-Al</a:t>
            </a:r>
            <a:r>
              <a:rPr baseline="-25000"/>
              <a:t>2</a:t>
            </a:r>
            <a:r>
              <a:rPr baseline="0"/>
              <a:t>O</a:t>
            </a:r>
            <a:r>
              <a:rPr baseline="-25000"/>
              <a:t>3</a:t>
            </a:r>
          </a:p>
        </p:txBody>
      </p:sp>
      <p:sp>
        <p:nvSpPr>
          <p:cNvPr id="68" name="">
            <a:extLst xmlns:a="http://schemas.openxmlformats.org/drawingml/2006/main">
              <a:ext uri="{FF2B5EF4-FFF2-40B4-BE49-F238E27FC236}">
                <a16:creationId xmlns:a16="http://schemas.microsoft.com/office/drawing/2014/main" id="{22191CE5-A03A-4F54-BDBA-A6B6C0AA2C09}"/>
              </a:ext>
            </a:extLst>
          </p:cNvPr>
          <p:cNvSpPr>
            <a:spLocks xmlns:a="http://schemas.openxmlformats.org/drawingml/2006/main" noGrp="1"/>
          </p:cNvSpPr>
          <p:nvPr/>
        </p:nvSpPr>
        <p:spPr>
          <a:xfrm xmlns:a="http://schemas.openxmlformats.org/drawingml/2006/main">
            <a:off x="7286625" y="39147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Reported hardness</a:t>
            </a:r>
          </a:p>
        </p:txBody>
      </p:sp>
      <p:sp>
        <p:nvSpPr>
          <p:cNvPr id="69" name="">
            <a:extLst xmlns:a="http://schemas.openxmlformats.org/drawingml/2006/main">
              <a:ext uri="{FF2B5EF4-FFF2-40B4-BE49-F238E27FC236}">
                <a16:creationId xmlns:a16="http://schemas.microsoft.com/office/drawing/2014/main" id="{C17C4E2F-E6A5-4E94-9F13-C0B8EFA1C106}"/>
              </a:ext>
            </a:extLst>
          </p:cNvPr>
          <p:cNvSpPr>
            <a:spLocks xmlns:a="http://schemas.openxmlformats.org/drawingml/2006/main" noGrp="1"/>
          </p:cNvSpPr>
          <p:nvPr/>
        </p:nvSpPr>
        <p:spPr>
          <a:xfrm xmlns:a="http://schemas.openxmlformats.org/drawingml/2006/main">
            <a:off x="7286625" y="43434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0.175 → 0.738 GPa</a:t>
            </a:r>
          </a:p>
        </p:txBody>
      </p:sp>
      <p:sp>
        <p:nvSpPr>
          <p:cNvPr id="70" name="">
            <a:extLst xmlns:a="http://schemas.openxmlformats.org/drawingml/2006/main">
              <a:ext uri="{FF2B5EF4-FFF2-40B4-BE49-F238E27FC236}">
                <a16:creationId xmlns:a16="http://schemas.microsoft.com/office/drawing/2014/main" id="{7557F7EB-9DEB-42AE-8A21-B65F8C8F58B8}"/>
              </a:ext>
            </a:extLst>
          </p:cNvPr>
          <p:cNvSpPr>
            <a:spLocks xmlns:a="http://schemas.openxmlformats.org/drawingml/2006/main" noGrp="1"/>
          </p:cNvSpPr>
          <p:nvPr/>
        </p:nvSpPr>
        <p:spPr>
          <a:xfrm xmlns:a="http://schemas.openxmlformats.org/drawingml/2006/main">
            <a:off x="7286625" y="515302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BA382F"/>
                </a:solidFill>
                <a:latin typeface="Times New Roman"/>
                <a:ea typeface="Times New Roman"/>
                <a:cs typeface="Times New Roman"/>
              </a:defRPr>
            </a:defPPr>
          </a:lstStyle>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Adhesion still needs testing.</a:t>
            </a:r>
          </a:p>
        </p:txBody>
      </p:sp>
      <p:pic>
        <p:nvPicPr>
          <p:cNvPr id="71" name="">
            <a:extLst xmlns:a="http://schemas.openxmlformats.org/drawingml/2006/main">
              <a:ext uri="{FF2B5EF4-FFF2-40B4-BE49-F238E27FC236}">
                <a16:creationId xmlns:a16="http://schemas.microsoft.com/office/drawing/2014/main" id="{87138D80-057E-4416-89E2-9D0B19ABDCB8}"/>
              </a:ext>
            </a:extLst>
          </p:cNvPr>
          <p:cNvPicPr>
            <a:picLocks xmlns:a="http://schemas.openxmlformats.org/drawingml/2006/main" noChangeAspect="1"/>
          </p:cNvPicPr>
          <p:nvPr/>
        </p:nvPicPr>
        <p:blipFill>
          <a:blip xmlns:r="http://schemas.openxmlformats.org/officeDocument/2006/relationships" xmlns:a="http://schemas.openxmlformats.org/drawingml/2006/main" r:embed="Rb71732a50b7b497c">
            <a:extLst>
              <a:ext uri="{96DAC541-7B7A-43D3-8B79-37D633B846F1}">
                <asvg:svgBlip xmlns:asvg="http://schemas.microsoft.com/office/drawing/2016/SVG/main" r:embed="R9e97e96765ae4a40"/>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839289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5972847-612E-403A-A06B-B46AA84C82C0}"/>
              </a:ext>
            </a:extLst>
          </p:cNvPr>
          <p:cNvSpPr>
            <a:spLocks xmlns:a="http://schemas.openxmlformats.org/drawingml/2006/main" noGrp="1"/>
          </p:cNvSpPr>
          <p:nvPr>
            <p:ph type="title" idx="0"/>
          </p:nvPr>
        </p:nvSpPr>
        <p:spPr>
          <a:xfrm xmlns:a="http://schemas.openxmlformats.org/drawingml/2006/main">
            <a:off x="635" y="3810000"/>
            <a:ext cx="12190730" cy="829310"/>
          </a:xfrm>
        </p:spPr>
        <p:txBody>
          <a:bodyPr xmlns:a="http://schemas.openxmlformats.org/drawingml/2006/main" lIns="0" tIns="0" rIns="0" bIns="0"/>
          <a:lstStyle xmlns:a="http://schemas.openxmlformats.org/drawingml/2006/main">
            <a:defPPr algn="ctr">
              <a:defRPr sz="5400" b="1">
                <a:solidFill>
                  <a:srgbClr val="000000"/>
                </a:solidFill>
                <a:latin typeface="Times New Roman"/>
                <a:ea typeface="Times New Roman"/>
                <a:cs typeface="Times New Roman"/>
              </a:defRPr>
            </a:defPPr>
          </a:lstStyle>
          <a:p xmlns:a="http://schemas.openxmlformats.org/drawingml/2006/main">
            <a:pPr algn="ctr">
              <a:defRPr sz="5400" b="1">
                <a:solidFill>
                  <a:srgbClr val="000000"/>
                </a:solidFill>
                <a:latin typeface="Times New Roman"/>
                <a:ea typeface="Times New Roman"/>
                <a:cs typeface="Times New Roman"/>
              </a:defRPr>
            </a:pPr>
            <a:r>
              <a:rPr baseline="0"/>
              <a:t>Laser Remelting of Al</a:t>
            </a:r>
            <a:r>
              <a:rPr baseline="-25000"/>
              <a:t>2</a:t>
            </a:r>
            <a:r>
              <a:rPr baseline="0"/>
              <a:t>O</a:t>
            </a:r>
            <a:r>
              <a:rPr baseline="-25000"/>
              <a:t>3</a:t>
            </a:r>
            <a:r>
              <a:rPr baseline="0"/>
              <a:t>–YAG</a:t>
            </a:r>
          </a:p>
        </p:txBody>
      </p:sp>
      <p:sp>
        <p:nvSpPr>
          <p:cNvPr id="14" name="任意多边形: 形状 13">
            <a:extLst xmlns:a="http://schemas.openxmlformats.org/drawingml/2006/main">
              <a:ext uri="{FF2B5EF4-FFF2-40B4-BE49-F238E27FC236}">
                <a16:creationId xmlns:a16="http://schemas.microsoft.com/office/drawing/2014/main" id="{FCB44AE9-569D-417A-AD4D-D52D298E903C}"/>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EB7CC9DB-6673-4520-B940-D1B78B873413}"/>
              </a:ext>
            </a:extLst>
          </p:cNvPr>
          <p:cNvSpPr>
            <a:spLocks xmlns:a="http://schemas.openxmlformats.org/drawingml/2006/main" noGrp="1"/>
          </p:cNvSpPr>
          <p:nvPr/>
        </p:nvSpPr>
        <p:spPr>
          <a:xfrm xmlns:a="http://schemas.openxmlformats.org/drawingml/2006/main">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3AC2E503-BC9B-4950-9B72-2093D8EC77EA}"/>
              </a:ext>
            </a:extLst>
          </p:cNvPr>
          <p:cNvSpPr>
            <a:spLocks xmlns:a="http://schemas.openxmlformats.org/drawingml/2006/main" noGrp="1"/>
          </p:cNvSpPr>
          <p:nvPr/>
        </p:nvSpPr>
        <p:spPr>
          <a:xfrm xmlns:a="http://schemas.openxmlformats.org/drawingml/2006/main">
            <a:off x="5727065" y="1405890"/>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2</a:t>
            </a:r>
          </a:p>
        </p:txBody>
      </p:sp>
      <p:sp>
        <p:nvSpPr>
          <p:cNvPr id="12" name="任意多边形: 形状 16">
            <a:extLst xmlns:a="http://schemas.openxmlformats.org/drawingml/2006/main">
              <a:ext uri="{FF2B5EF4-FFF2-40B4-BE49-F238E27FC236}">
                <a16:creationId xmlns:a16="http://schemas.microsoft.com/office/drawing/2014/main" id="{CAF20E9C-11F2-4548-BBBA-AE22935684A1}"/>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139511798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0BF41117-72C5-4FA8-9A44-A845145B59AD}"/>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8F96D66C-C010-4552-9434-10A840110584}"/>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0B3503BF-22DA-4B1C-88D3-D71D9D59623F}"/>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baseline="0">
                <a:solidFill>
                  <a:srgbClr val="0E335B"/>
                </a:solidFill>
                <a:latin typeface="Times New Roman"/>
                <a:ea typeface="Times New Roman"/>
                <a:cs typeface="Times New Roman"/>
              </a:rPr>
              <a:t>Part II · Research idea</a:t>
            </a:r>
          </a:p>
        </p:txBody>
      </p:sp>
      <p:sp>
        <p:nvSpPr>
          <p:cNvPr id="12" name="矩形: 圆角 27">
            <a:extLst xmlns:a="http://schemas.openxmlformats.org/drawingml/2006/main">
              <a:ext uri="{FF2B5EF4-FFF2-40B4-BE49-F238E27FC236}">
                <a16:creationId xmlns:a16="http://schemas.microsoft.com/office/drawing/2014/main" id="{6CB65754-D77D-4206-8C2A-B2CB088BE96B}"/>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FE44F667-E754-477A-8B23-B1636367B5C1}"/>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03F7E94F-6E0E-40FF-B0DA-546D19626EE0}"/>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Surf. Coat. Technol., 2026. Schematic; not to scale.</a:t>
            </a:r>
          </a:p>
        </p:txBody>
      </p:sp>
      <p:sp>
        <p:nvSpPr>
          <p:cNvPr id="62" name="">
            <a:extLst xmlns:a="http://schemas.openxmlformats.org/drawingml/2006/main">
              <a:ext uri="{FF2B5EF4-FFF2-40B4-BE49-F238E27FC236}">
                <a16:creationId xmlns:a16="http://schemas.microsoft.com/office/drawing/2014/main" id="{EA24FD50-4F14-43D9-BC33-5C5072260D1E}"/>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080E716B-AED1-46B7-AAD5-B21F6F85BC0F}"/>
              </a:ext>
            </a:extLst>
          </p:cNvPr>
          <p:cNvSpPr>
            <a:spLocks xmlns:a="http://schemas.openxmlformats.org/drawingml/2006/main" noGrp="1"/>
          </p:cNvSpPr>
          <p:nvPr/>
        </p:nvSpPr>
        <p:spPr>
          <a:xfrm xmlns:a="http://schemas.openxmlformats.org/drawingml/2006/main">
            <a:off x="7429500" y="1162050"/>
            <a:ext cx="4333875" cy="4552950"/>
          </a:xfrm>
          <a:prstGeom xmlns:a="http://schemas.openxmlformats.org/drawingml/2006/main" prst="roundRect">
            <a:avLst>
              <a:gd name="adj" fmla="val 7912"/>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B44D0996-303E-4B95-AB25-488C2F9F4349}"/>
              </a:ext>
            </a:extLst>
          </p:cNvPr>
          <p:cNvSpPr>
            <a:spLocks xmlns:a="http://schemas.openxmlformats.org/drawingml/2006/main" noGrp="1"/>
          </p:cNvSpPr>
          <p:nvPr/>
        </p:nvSpPr>
        <p:spPr>
          <a:xfrm xmlns:a="http://schemas.openxmlformats.org/drawingml/2006/main">
            <a:off x="704850" y="142875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APS coating</a:t>
            </a:r>
          </a:p>
        </p:txBody>
      </p:sp>
      <p:sp>
        <p:nvSpPr>
          <p:cNvPr id="65" name="">
            <a:extLst xmlns:a="http://schemas.openxmlformats.org/drawingml/2006/main">
              <a:ext uri="{FF2B5EF4-FFF2-40B4-BE49-F238E27FC236}">
                <a16:creationId xmlns:a16="http://schemas.microsoft.com/office/drawing/2014/main" id="{6E589CC7-F371-4613-B566-6CDC4561BCCE}"/>
              </a:ext>
            </a:extLst>
          </p:cNvPr>
          <p:cNvSpPr>
            <a:spLocks xmlns:a="http://schemas.openxmlformats.org/drawingml/2006/main" noGrp="1"/>
          </p:cNvSpPr>
          <p:nvPr/>
        </p:nvSpPr>
        <p:spPr>
          <a:xfrm xmlns:a="http://schemas.openxmlformats.org/drawingml/2006/main">
            <a:off x="3905250" y="14287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After laser remelting</a:t>
            </a:r>
          </a:p>
        </p:txBody>
      </p:sp>
      <p:sp>
        <p:nvSpPr>
          <p:cNvPr id="66" name="">
            <a:extLst xmlns:a="http://schemas.openxmlformats.org/drawingml/2006/main">
              <a:ext uri="{FF2B5EF4-FFF2-40B4-BE49-F238E27FC236}">
                <a16:creationId xmlns:a16="http://schemas.microsoft.com/office/drawing/2014/main" id="{68CFCCF7-CF86-4CB5-A8E3-B9D2DF9351D9}"/>
              </a:ext>
            </a:extLst>
          </p:cNvPr>
          <p:cNvSpPr>
            <a:spLocks xmlns:a="http://schemas.openxmlformats.org/drawingml/2006/main" noGrp="1"/>
          </p:cNvSpPr>
          <p:nvPr/>
        </p:nvSpPr>
        <p:spPr>
          <a:xfrm xmlns:a="http://schemas.openxmlformats.org/drawingml/2006/main">
            <a:off x="762000" y="2381250"/>
            <a:ext cx="2476500" cy="1809750"/>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7" name="">
            <a:extLst xmlns:a="http://schemas.openxmlformats.org/drawingml/2006/main">
              <a:ext uri="{FF2B5EF4-FFF2-40B4-BE49-F238E27FC236}">
                <a16:creationId xmlns:a16="http://schemas.microsoft.com/office/drawing/2014/main" id="{EAED86FD-3F85-440C-8A8D-FF347DC0A1F7}"/>
              </a:ext>
            </a:extLst>
          </p:cNvPr>
          <p:cNvSpPr>
            <a:spLocks xmlns:a="http://schemas.openxmlformats.org/drawingml/2006/main" noGrp="1"/>
          </p:cNvSpPr>
          <p:nvPr/>
        </p:nvSpPr>
        <p:spPr>
          <a:xfrm xmlns:a="http://schemas.openxmlformats.org/drawingml/2006/main">
            <a:off x="857250" y="257175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68" name="">
            <a:extLst xmlns:a="http://schemas.openxmlformats.org/drawingml/2006/main">
              <a:ext uri="{FF2B5EF4-FFF2-40B4-BE49-F238E27FC236}">
                <a16:creationId xmlns:a16="http://schemas.microsoft.com/office/drawing/2014/main" id="{246BF206-16D7-4AD5-902F-5EB714883435}"/>
              </a:ext>
            </a:extLst>
          </p:cNvPr>
          <p:cNvSpPr>
            <a:spLocks xmlns:a="http://schemas.openxmlformats.org/drawingml/2006/main" noGrp="1"/>
          </p:cNvSpPr>
          <p:nvPr/>
        </p:nvSpPr>
        <p:spPr>
          <a:xfrm xmlns:a="http://schemas.openxmlformats.org/drawingml/2006/main">
            <a:off x="981075"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0ADAA059-11A3-4DC3-A41B-0F227D4CB5B5}"/>
              </a:ext>
            </a:extLst>
          </p:cNvPr>
          <p:cNvSpPr>
            <a:spLocks xmlns:a="http://schemas.openxmlformats.org/drawingml/2006/main" noGrp="1"/>
          </p:cNvSpPr>
          <p:nvPr/>
        </p:nvSpPr>
        <p:spPr>
          <a:xfrm xmlns:a="http://schemas.openxmlformats.org/drawingml/2006/main">
            <a:off x="1676400"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D3ADEA1A-4DAF-436A-B9FB-F764D4A58818}"/>
              </a:ext>
            </a:extLst>
          </p:cNvPr>
          <p:cNvSpPr>
            <a:spLocks xmlns:a="http://schemas.openxmlformats.org/drawingml/2006/main" noGrp="1"/>
          </p:cNvSpPr>
          <p:nvPr/>
        </p:nvSpPr>
        <p:spPr>
          <a:xfrm xmlns:a="http://schemas.openxmlformats.org/drawingml/2006/main">
            <a:off x="2371725"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9E34DFCF-C3DA-47DE-B838-61A40B4B7990}"/>
              </a:ext>
            </a:extLst>
          </p:cNvPr>
          <p:cNvSpPr>
            <a:spLocks xmlns:a="http://schemas.openxmlformats.org/drawingml/2006/main" noGrp="1"/>
          </p:cNvSpPr>
          <p:nvPr/>
        </p:nvSpPr>
        <p:spPr>
          <a:xfrm xmlns:a="http://schemas.openxmlformats.org/drawingml/2006/main">
            <a:off x="857250" y="282892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72" name="">
            <a:extLst xmlns:a="http://schemas.openxmlformats.org/drawingml/2006/main">
              <a:ext uri="{FF2B5EF4-FFF2-40B4-BE49-F238E27FC236}">
                <a16:creationId xmlns:a16="http://schemas.microsoft.com/office/drawing/2014/main" id="{91D5BB8E-AF8F-4AA7-B584-5248C9C5D805}"/>
              </a:ext>
            </a:extLst>
          </p:cNvPr>
          <p:cNvSpPr>
            <a:spLocks xmlns:a="http://schemas.openxmlformats.org/drawingml/2006/main" noGrp="1"/>
          </p:cNvSpPr>
          <p:nvPr/>
        </p:nvSpPr>
        <p:spPr>
          <a:xfrm xmlns:a="http://schemas.openxmlformats.org/drawingml/2006/main">
            <a:off x="1076325"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83462CF6-8239-42DA-B5D3-F949CAC45E64}"/>
              </a:ext>
            </a:extLst>
          </p:cNvPr>
          <p:cNvSpPr>
            <a:spLocks xmlns:a="http://schemas.openxmlformats.org/drawingml/2006/main" noGrp="1"/>
          </p:cNvSpPr>
          <p:nvPr/>
        </p:nvSpPr>
        <p:spPr>
          <a:xfrm xmlns:a="http://schemas.openxmlformats.org/drawingml/2006/main">
            <a:off x="1771650"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3455EF6-94C6-4920-BB3C-A33B565F3569}"/>
              </a:ext>
            </a:extLst>
          </p:cNvPr>
          <p:cNvSpPr>
            <a:spLocks xmlns:a="http://schemas.openxmlformats.org/drawingml/2006/main" noGrp="1"/>
          </p:cNvSpPr>
          <p:nvPr/>
        </p:nvSpPr>
        <p:spPr>
          <a:xfrm xmlns:a="http://schemas.openxmlformats.org/drawingml/2006/main">
            <a:off x="2466975"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A8839F9E-3A30-4365-BF18-EC4716A8419C}"/>
              </a:ext>
            </a:extLst>
          </p:cNvPr>
          <p:cNvSpPr>
            <a:spLocks xmlns:a="http://schemas.openxmlformats.org/drawingml/2006/main" noGrp="1"/>
          </p:cNvSpPr>
          <p:nvPr/>
        </p:nvSpPr>
        <p:spPr>
          <a:xfrm xmlns:a="http://schemas.openxmlformats.org/drawingml/2006/main">
            <a:off x="857250" y="308610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76" name="">
            <a:extLst xmlns:a="http://schemas.openxmlformats.org/drawingml/2006/main">
              <a:ext uri="{FF2B5EF4-FFF2-40B4-BE49-F238E27FC236}">
                <a16:creationId xmlns:a16="http://schemas.microsoft.com/office/drawing/2014/main" id="{0B34D844-36C3-4C43-9B97-8929247AD16B}"/>
              </a:ext>
            </a:extLst>
          </p:cNvPr>
          <p:cNvSpPr>
            <a:spLocks xmlns:a="http://schemas.openxmlformats.org/drawingml/2006/main" noGrp="1"/>
          </p:cNvSpPr>
          <p:nvPr/>
        </p:nvSpPr>
        <p:spPr>
          <a:xfrm xmlns:a="http://schemas.openxmlformats.org/drawingml/2006/main">
            <a:off x="981075"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CFC6163A-1C2D-4147-B714-ACF3BA119196}"/>
              </a:ext>
            </a:extLst>
          </p:cNvPr>
          <p:cNvSpPr>
            <a:spLocks xmlns:a="http://schemas.openxmlformats.org/drawingml/2006/main" noGrp="1"/>
          </p:cNvSpPr>
          <p:nvPr/>
        </p:nvSpPr>
        <p:spPr>
          <a:xfrm xmlns:a="http://schemas.openxmlformats.org/drawingml/2006/main">
            <a:off x="1676400"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09E895B0-4B2A-4ADD-99FE-EB05B87AAAAA}"/>
              </a:ext>
            </a:extLst>
          </p:cNvPr>
          <p:cNvSpPr>
            <a:spLocks xmlns:a="http://schemas.openxmlformats.org/drawingml/2006/main" noGrp="1"/>
          </p:cNvSpPr>
          <p:nvPr/>
        </p:nvSpPr>
        <p:spPr>
          <a:xfrm xmlns:a="http://schemas.openxmlformats.org/drawingml/2006/main">
            <a:off x="2371725"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ADF8D8AB-4284-4176-90EC-92199A05D4AF}"/>
              </a:ext>
            </a:extLst>
          </p:cNvPr>
          <p:cNvSpPr>
            <a:spLocks xmlns:a="http://schemas.openxmlformats.org/drawingml/2006/main" noGrp="1"/>
          </p:cNvSpPr>
          <p:nvPr/>
        </p:nvSpPr>
        <p:spPr>
          <a:xfrm xmlns:a="http://schemas.openxmlformats.org/drawingml/2006/main">
            <a:off x="857250" y="334327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80" name="">
            <a:extLst xmlns:a="http://schemas.openxmlformats.org/drawingml/2006/main">
              <a:ext uri="{FF2B5EF4-FFF2-40B4-BE49-F238E27FC236}">
                <a16:creationId xmlns:a16="http://schemas.microsoft.com/office/drawing/2014/main" id="{54807268-871B-426E-B9E9-D43F85038717}"/>
              </a:ext>
            </a:extLst>
          </p:cNvPr>
          <p:cNvSpPr>
            <a:spLocks xmlns:a="http://schemas.openxmlformats.org/drawingml/2006/main" noGrp="1"/>
          </p:cNvSpPr>
          <p:nvPr/>
        </p:nvSpPr>
        <p:spPr>
          <a:xfrm xmlns:a="http://schemas.openxmlformats.org/drawingml/2006/main">
            <a:off x="1076325"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CF57A531-407B-49AE-9D8E-2DCFC5E879F7}"/>
              </a:ext>
            </a:extLst>
          </p:cNvPr>
          <p:cNvSpPr>
            <a:spLocks xmlns:a="http://schemas.openxmlformats.org/drawingml/2006/main" noGrp="1"/>
          </p:cNvSpPr>
          <p:nvPr/>
        </p:nvSpPr>
        <p:spPr>
          <a:xfrm xmlns:a="http://schemas.openxmlformats.org/drawingml/2006/main">
            <a:off x="1771650"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930C9D34-4CA8-4B5B-AC16-A2A75E2A6F8D}"/>
              </a:ext>
            </a:extLst>
          </p:cNvPr>
          <p:cNvSpPr>
            <a:spLocks xmlns:a="http://schemas.openxmlformats.org/drawingml/2006/main" noGrp="1"/>
          </p:cNvSpPr>
          <p:nvPr/>
        </p:nvSpPr>
        <p:spPr>
          <a:xfrm xmlns:a="http://schemas.openxmlformats.org/drawingml/2006/main">
            <a:off x="2466975"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04796194-88F3-45AE-9A58-22EA436DB49C}"/>
              </a:ext>
            </a:extLst>
          </p:cNvPr>
          <p:cNvSpPr>
            <a:spLocks xmlns:a="http://schemas.openxmlformats.org/drawingml/2006/main" noGrp="1"/>
          </p:cNvSpPr>
          <p:nvPr/>
        </p:nvSpPr>
        <p:spPr>
          <a:xfrm xmlns:a="http://schemas.openxmlformats.org/drawingml/2006/main">
            <a:off x="857250" y="360045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84" name="">
            <a:extLst xmlns:a="http://schemas.openxmlformats.org/drawingml/2006/main">
              <a:ext uri="{FF2B5EF4-FFF2-40B4-BE49-F238E27FC236}">
                <a16:creationId xmlns:a16="http://schemas.microsoft.com/office/drawing/2014/main" id="{B491FA18-D8AF-42FE-B079-98BB24B73957}"/>
              </a:ext>
            </a:extLst>
          </p:cNvPr>
          <p:cNvSpPr>
            <a:spLocks xmlns:a="http://schemas.openxmlformats.org/drawingml/2006/main" noGrp="1"/>
          </p:cNvSpPr>
          <p:nvPr/>
        </p:nvSpPr>
        <p:spPr>
          <a:xfrm xmlns:a="http://schemas.openxmlformats.org/drawingml/2006/main">
            <a:off x="981075"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C8AF900D-C5BA-4B45-B705-70ADC553C944}"/>
              </a:ext>
            </a:extLst>
          </p:cNvPr>
          <p:cNvSpPr>
            <a:spLocks xmlns:a="http://schemas.openxmlformats.org/drawingml/2006/main" noGrp="1"/>
          </p:cNvSpPr>
          <p:nvPr/>
        </p:nvSpPr>
        <p:spPr>
          <a:xfrm xmlns:a="http://schemas.openxmlformats.org/drawingml/2006/main">
            <a:off x="1676400"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DFD7F9E8-E5B8-43FB-BBC7-F900C33B194F}"/>
              </a:ext>
            </a:extLst>
          </p:cNvPr>
          <p:cNvSpPr>
            <a:spLocks xmlns:a="http://schemas.openxmlformats.org/drawingml/2006/main" noGrp="1"/>
          </p:cNvSpPr>
          <p:nvPr/>
        </p:nvSpPr>
        <p:spPr>
          <a:xfrm xmlns:a="http://schemas.openxmlformats.org/drawingml/2006/main">
            <a:off x="2371725"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A7244B44-1C3B-4181-A562-AA11396EF0E9}"/>
              </a:ext>
            </a:extLst>
          </p:cNvPr>
          <p:cNvSpPr>
            <a:spLocks xmlns:a="http://schemas.openxmlformats.org/drawingml/2006/main" noGrp="1"/>
          </p:cNvSpPr>
          <p:nvPr/>
        </p:nvSpPr>
        <p:spPr>
          <a:xfrm xmlns:a="http://schemas.openxmlformats.org/drawingml/2006/main">
            <a:off x="857250" y="385762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88" name="">
            <a:extLst xmlns:a="http://schemas.openxmlformats.org/drawingml/2006/main">
              <a:ext uri="{FF2B5EF4-FFF2-40B4-BE49-F238E27FC236}">
                <a16:creationId xmlns:a16="http://schemas.microsoft.com/office/drawing/2014/main" id="{00DCF814-84CB-4452-9C3D-390F60E149D1}"/>
              </a:ext>
            </a:extLst>
          </p:cNvPr>
          <p:cNvSpPr>
            <a:spLocks xmlns:a="http://schemas.openxmlformats.org/drawingml/2006/main" noGrp="1"/>
          </p:cNvSpPr>
          <p:nvPr/>
        </p:nvSpPr>
        <p:spPr>
          <a:xfrm xmlns:a="http://schemas.openxmlformats.org/drawingml/2006/main">
            <a:off x="1076325"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A6C974A2-374C-4AFB-A36A-F8655AA5373D}"/>
              </a:ext>
            </a:extLst>
          </p:cNvPr>
          <p:cNvSpPr>
            <a:spLocks xmlns:a="http://schemas.openxmlformats.org/drawingml/2006/main" noGrp="1"/>
          </p:cNvSpPr>
          <p:nvPr/>
        </p:nvSpPr>
        <p:spPr>
          <a:xfrm xmlns:a="http://schemas.openxmlformats.org/drawingml/2006/main">
            <a:off x="1771650"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7373BB13-4013-4C73-BCD2-5DDCF857902A}"/>
              </a:ext>
            </a:extLst>
          </p:cNvPr>
          <p:cNvSpPr>
            <a:spLocks xmlns:a="http://schemas.openxmlformats.org/drawingml/2006/main" noGrp="1"/>
          </p:cNvSpPr>
          <p:nvPr/>
        </p:nvSpPr>
        <p:spPr>
          <a:xfrm xmlns:a="http://schemas.openxmlformats.org/drawingml/2006/main">
            <a:off x="2466975"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447D086E-940C-454D-BBB8-5B8F580E9BD1}"/>
              </a:ext>
            </a:extLst>
          </p:cNvPr>
          <p:cNvSpPr>
            <a:spLocks xmlns:a="http://schemas.openxmlformats.org/drawingml/2006/main" noGrp="1"/>
          </p:cNvSpPr>
          <p:nvPr/>
        </p:nvSpPr>
        <p:spPr>
          <a:xfrm xmlns:a="http://schemas.openxmlformats.org/drawingml/2006/main">
            <a:off x="4076700" y="2381250"/>
            <a:ext cx="2476500" cy="885825"/>
          </a:xfrm>
          <a:prstGeom xmlns:a="http://schemas.openxmlformats.org/drawingml/2006/main" prst="rect">
            <a:avLst/>
          </a:prstGeom>
          <a:solidFill xmlns:a="http://schemas.openxmlformats.org/drawingml/2006/main">
            <a:srgbClr val="4E83A4"/>
          </a:solidFill>
          <a:ln xmlns:a="http://schemas.openxmlformats.org/drawingml/2006/main" w="28575">
            <a:solidFill>
              <a:srgbClr val="4E83A4"/>
            </a:solidFill>
          </a:ln>
        </p:spPr>
      </p:sp>
      <p:sp>
        <p:nvSpPr>
          <p:cNvPr id="92" name="">
            <a:extLst xmlns:a="http://schemas.openxmlformats.org/drawingml/2006/main">
              <a:ext uri="{FF2B5EF4-FFF2-40B4-BE49-F238E27FC236}">
                <a16:creationId xmlns:a16="http://schemas.microsoft.com/office/drawing/2014/main" id="{ABE81E58-32B5-4310-B043-18DD3FFAF2EE}"/>
              </a:ext>
            </a:extLst>
          </p:cNvPr>
          <p:cNvSpPr>
            <a:spLocks xmlns:a="http://schemas.openxmlformats.org/drawingml/2006/main" noGrp="1"/>
          </p:cNvSpPr>
          <p:nvPr/>
        </p:nvSpPr>
        <p:spPr>
          <a:xfrm xmlns:a="http://schemas.openxmlformats.org/drawingml/2006/main">
            <a:off x="4171950" y="2476500"/>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3" name="">
            <a:extLst xmlns:a="http://schemas.openxmlformats.org/drawingml/2006/main">
              <a:ext uri="{FF2B5EF4-FFF2-40B4-BE49-F238E27FC236}">
                <a16:creationId xmlns:a16="http://schemas.microsoft.com/office/drawing/2014/main" id="{79D3BC48-B1C3-4BE7-9152-7D3CA3399820}"/>
              </a:ext>
            </a:extLst>
          </p:cNvPr>
          <p:cNvSpPr>
            <a:spLocks xmlns:a="http://schemas.openxmlformats.org/drawingml/2006/main" noGrp="1"/>
          </p:cNvSpPr>
          <p:nvPr/>
        </p:nvSpPr>
        <p:spPr>
          <a:xfrm xmlns:a="http://schemas.openxmlformats.org/drawingml/2006/main">
            <a:off x="4171950" y="2695575"/>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4" name="">
            <a:extLst xmlns:a="http://schemas.openxmlformats.org/drawingml/2006/main">
              <a:ext uri="{FF2B5EF4-FFF2-40B4-BE49-F238E27FC236}">
                <a16:creationId xmlns:a16="http://schemas.microsoft.com/office/drawing/2014/main" id="{44B2597B-F4A8-4630-9086-77B24D2DCB80}"/>
              </a:ext>
            </a:extLst>
          </p:cNvPr>
          <p:cNvSpPr>
            <a:spLocks xmlns:a="http://schemas.openxmlformats.org/drawingml/2006/main" noGrp="1"/>
          </p:cNvSpPr>
          <p:nvPr/>
        </p:nvSpPr>
        <p:spPr>
          <a:xfrm xmlns:a="http://schemas.openxmlformats.org/drawingml/2006/main">
            <a:off x="4171950" y="2914650"/>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5" name="">
            <a:extLst xmlns:a="http://schemas.openxmlformats.org/drawingml/2006/main">
              <a:ext uri="{FF2B5EF4-FFF2-40B4-BE49-F238E27FC236}">
                <a16:creationId xmlns:a16="http://schemas.microsoft.com/office/drawing/2014/main" id="{E956FEF7-B6FA-4C14-AE4D-29AA71F52CEA}"/>
              </a:ext>
            </a:extLst>
          </p:cNvPr>
          <p:cNvSpPr>
            <a:spLocks xmlns:a="http://schemas.openxmlformats.org/drawingml/2006/main" noGrp="1"/>
          </p:cNvSpPr>
          <p:nvPr/>
        </p:nvSpPr>
        <p:spPr>
          <a:xfrm xmlns:a="http://schemas.openxmlformats.org/drawingml/2006/main">
            <a:off x="433387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6" name="">
            <a:extLst xmlns:a="http://schemas.openxmlformats.org/drawingml/2006/main">
              <a:ext uri="{FF2B5EF4-FFF2-40B4-BE49-F238E27FC236}">
                <a16:creationId xmlns:a16="http://schemas.microsoft.com/office/drawing/2014/main" id="{AFFC739B-2A3C-48D3-84BF-A07CD0A3B192}"/>
              </a:ext>
            </a:extLst>
          </p:cNvPr>
          <p:cNvSpPr>
            <a:spLocks xmlns:a="http://schemas.openxmlformats.org/drawingml/2006/main" noGrp="1"/>
          </p:cNvSpPr>
          <p:nvPr/>
        </p:nvSpPr>
        <p:spPr>
          <a:xfrm xmlns:a="http://schemas.openxmlformats.org/drawingml/2006/main">
            <a:off x="4724400"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7" name="">
            <a:extLst xmlns:a="http://schemas.openxmlformats.org/drawingml/2006/main">
              <a:ext uri="{FF2B5EF4-FFF2-40B4-BE49-F238E27FC236}">
                <a16:creationId xmlns:a16="http://schemas.microsoft.com/office/drawing/2014/main" id="{6A482B0B-B282-4746-AA71-16B18A4F34F1}"/>
              </a:ext>
            </a:extLst>
          </p:cNvPr>
          <p:cNvSpPr>
            <a:spLocks xmlns:a="http://schemas.openxmlformats.org/drawingml/2006/main" noGrp="1"/>
          </p:cNvSpPr>
          <p:nvPr/>
        </p:nvSpPr>
        <p:spPr>
          <a:xfrm xmlns:a="http://schemas.openxmlformats.org/drawingml/2006/main">
            <a:off x="511492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8" name="">
            <a:extLst xmlns:a="http://schemas.openxmlformats.org/drawingml/2006/main">
              <a:ext uri="{FF2B5EF4-FFF2-40B4-BE49-F238E27FC236}">
                <a16:creationId xmlns:a16="http://schemas.microsoft.com/office/drawing/2014/main" id="{C566B3EB-F038-449B-B8BB-AD793220A00B}"/>
              </a:ext>
            </a:extLst>
          </p:cNvPr>
          <p:cNvSpPr>
            <a:spLocks xmlns:a="http://schemas.openxmlformats.org/drawingml/2006/main" noGrp="1"/>
          </p:cNvSpPr>
          <p:nvPr/>
        </p:nvSpPr>
        <p:spPr>
          <a:xfrm xmlns:a="http://schemas.openxmlformats.org/drawingml/2006/main">
            <a:off x="5505450"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9" name="">
            <a:extLst xmlns:a="http://schemas.openxmlformats.org/drawingml/2006/main">
              <a:ext uri="{FF2B5EF4-FFF2-40B4-BE49-F238E27FC236}">
                <a16:creationId xmlns:a16="http://schemas.microsoft.com/office/drawing/2014/main" id="{23D16670-1BAC-4A86-BBA3-E1B7F96D1EEA}"/>
              </a:ext>
            </a:extLst>
          </p:cNvPr>
          <p:cNvSpPr>
            <a:spLocks xmlns:a="http://schemas.openxmlformats.org/drawingml/2006/main" noGrp="1"/>
          </p:cNvSpPr>
          <p:nvPr/>
        </p:nvSpPr>
        <p:spPr>
          <a:xfrm xmlns:a="http://schemas.openxmlformats.org/drawingml/2006/main">
            <a:off x="589597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100" name="">
            <a:extLst xmlns:a="http://schemas.openxmlformats.org/drawingml/2006/main">
              <a:ext uri="{FF2B5EF4-FFF2-40B4-BE49-F238E27FC236}">
                <a16:creationId xmlns:a16="http://schemas.microsoft.com/office/drawing/2014/main" id="{15229501-D561-48E5-92AD-477BA6CC101A}"/>
              </a:ext>
            </a:extLst>
          </p:cNvPr>
          <p:cNvSpPr>
            <a:spLocks xmlns:a="http://schemas.openxmlformats.org/drawingml/2006/main" noGrp="1"/>
          </p:cNvSpPr>
          <p:nvPr/>
        </p:nvSpPr>
        <p:spPr>
          <a:xfrm xmlns:a="http://schemas.openxmlformats.org/drawingml/2006/main">
            <a:off x="4076700" y="3267075"/>
            <a:ext cx="2476500" cy="92392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101" name="">
            <a:extLst xmlns:a="http://schemas.openxmlformats.org/drawingml/2006/main">
              <a:ext uri="{FF2B5EF4-FFF2-40B4-BE49-F238E27FC236}">
                <a16:creationId xmlns:a16="http://schemas.microsoft.com/office/drawing/2014/main" id="{94848EDB-0831-4F80-9638-B71EB6B8D881}"/>
              </a:ext>
            </a:extLst>
          </p:cNvPr>
          <p:cNvSpPr>
            <a:spLocks xmlns:a="http://schemas.openxmlformats.org/drawingml/2006/main" noGrp="1"/>
          </p:cNvSpPr>
          <p:nvPr/>
        </p:nvSpPr>
        <p:spPr>
          <a:xfrm xmlns:a="http://schemas.openxmlformats.org/drawingml/2006/main">
            <a:off x="4171950" y="34004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Retained</a:t>
            </a:r>
          </a:p>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amorphous layer</a:t>
            </a:r>
          </a:p>
        </p:txBody>
      </p:sp>
      <p:sp>
        <p:nvSpPr>
          <p:cNvPr id="102" name="">
            <a:extLst xmlns:a="http://schemas.openxmlformats.org/drawingml/2006/main">
              <a:ext uri="{FF2B5EF4-FFF2-40B4-BE49-F238E27FC236}">
                <a16:creationId xmlns:a16="http://schemas.microsoft.com/office/drawing/2014/main" id="{8BB0D99A-8C0F-4D28-81E4-ABD7713DAD18}"/>
              </a:ext>
            </a:extLst>
          </p:cNvPr>
          <p:cNvSpPr>
            <a:spLocks xmlns:a="http://schemas.openxmlformats.org/drawingml/2006/main" noGrp="1"/>
          </p:cNvSpPr>
          <p:nvPr/>
        </p:nvSpPr>
        <p:spPr>
          <a:xfrm xmlns:a="http://schemas.openxmlformats.org/drawingml/2006/main">
            <a:off x="762000" y="4191000"/>
            <a:ext cx="2476500" cy="2000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39D499E9-0F8B-485D-8E35-D59B9B26819B}"/>
              </a:ext>
            </a:extLst>
          </p:cNvPr>
          <p:cNvSpPr>
            <a:spLocks xmlns:a="http://schemas.openxmlformats.org/drawingml/2006/main" noGrp="1"/>
          </p:cNvSpPr>
          <p:nvPr/>
        </p:nvSpPr>
        <p:spPr>
          <a:xfrm xmlns:a="http://schemas.openxmlformats.org/drawingml/2006/main">
            <a:off x="762000" y="4391025"/>
            <a:ext cx="2476500" cy="4000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8C3FDD15-8751-454C-8B58-36BD4CD57885}"/>
              </a:ext>
            </a:extLst>
          </p:cNvPr>
          <p:cNvSpPr>
            <a:spLocks xmlns:a="http://schemas.openxmlformats.org/drawingml/2006/main" noGrp="1"/>
          </p:cNvSpPr>
          <p:nvPr/>
        </p:nvSpPr>
        <p:spPr>
          <a:xfrm xmlns:a="http://schemas.openxmlformats.org/drawingml/2006/main">
            <a:off x="4076700" y="4191000"/>
            <a:ext cx="2476500" cy="2000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43FDF311-2599-4D23-BE48-3A6595F163B9}"/>
              </a:ext>
            </a:extLst>
          </p:cNvPr>
          <p:cNvSpPr>
            <a:spLocks xmlns:a="http://schemas.openxmlformats.org/drawingml/2006/main" noGrp="1"/>
          </p:cNvSpPr>
          <p:nvPr/>
        </p:nvSpPr>
        <p:spPr>
          <a:xfrm xmlns:a="http://schemas.openxmlformats.org/drawingml/2006/main">
            <a:off x="4076700" y="4391025"/>
            <a:ext cx="2476500" cy="4000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A3558481-938D-4056-8863-BB5635DFAB1C}"/>
              </a:ext>
            </a:extLst>
          </p:cNvPr>
          <p:cNvSpPr>
            <a:spLocks xmlns:a="http://schemas.openxmlformats.org/drawingml/2006/main" noGrp="1"/>
          </p:cNvSpPr>
          <p:nvPr/>
        </p:nvSpPr>
        <p:spPr>
          <a:xfrm xmlns:a="http://schemas.openxmlformats.org/drawingml/2006/main">
            <a:off x="3381375" y="2971800"/>
            <a:ext cx="533400" cy="26670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C6B545DF-FFF6-4AB7-879A-DA2A3C53A766}"/>
              </a:ext>
            </a:extLst>
          </p:cNvPr>
          <p:cNvSpPr>
            <a:spLocks xmlns:a="http://schemas.openxmlformats.org/drawingml/2006/main" noGrp="1"/>
          </p:cNvSpPr>
          <p:nvPr/>
        </p:nvSpPr>
        <p:spPr>
          <a:xfrm xmlns:a="http://schemas.openxmlformats.org/drawingml/2006/main">
            <a:off x="762000" y="5076825"/>
            <a:ext cx="595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NiCr bond coat + steel</a:t>
            </a:r>
          </a:p>
        </p:txBody>
      </p:sp>
      <p:sp>
        <p:nvSpPr>
          <p:cNvPr id="108" name="">
            <a:extLst xmlns:a="http://schemas.openxmlformats.org/drawingml/2006/main">
              <a:ext uri="{FF2B5EF4-FFF2-40B4-BE49-F238E27FC236}">
                <a16:creationId xmlns:a16="http://schemas.microsoft.com/office/drawing/2014/main" id="{7AAAF987-4EAF-4D4B-8D9C-D82F98DA4145}"/>
              </a:ext>
            </a:extLst>
          </p:cNvPr>
          <p:cNvSpPr>
            <a:spLocks xmlns:a="http://schemas.openxmlformats.org/drawingml/2006/main" noGrp="1"/>
          </p:cNvSpPr>
          <p:nvPr/>
        </p:nvSpPr>
        <p:spPr>
          <a:xfrm xmlns:a="http://schemas.openxmlformats.org/drawingml/2006/main">
            <a:off x="7629525" y="1495425"/>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Aim</a:t>
            </a:r>
          </a:p>
        </p:txBody>
      </p:sp>
      <p:sp>
        <p:nvSpPr>
          <p:cNvPr id="109" name="">
            <a:extLst xmlns:a="http://schemas.openxmlformats.org/drawingml/2006/main">
              <a:ext uri="{FF2B5EF4-FFF2-40B4-BE49-F238E27FC236}">
                <a16:creationId xmlns:a16="http://schemas.microsoft.com/office/drawing/2014/main" id="{2EFDCA52-C01B-43F9-839A-A7B701104CD8}"/>
              </a:ext>
            </a:extLst>
          </p:cNvPr>
          <p:cNvSpPr>
            <a:spLocks xmlns:a="http://schemas.openxmlformats.org/drawingml/2006/main" noGrp="1"/>
          </p:cNvSpPr>
          <p:nvPr/>
        </p:nvSpPr>
        <p:spPr>
          <a:xfrm xmlns:a="http://schemas.openxmlformats.org/drawingml/2006/main">
            <a:off x="7629525" y="2000250"/>
            <a:ext cx="3857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Reduce defects.</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Strengthen the surface.</a:t>
            </a:r>
          </a:p>
        </p:txBody>
      </p:sp>
      <p:sp>
        <p:nvSpPr>
          <p:cNvPr id="110" name="">
            <a:extLst xmlns:a="http://schemas.openxmlformats.org/drawingml/2006/main">
              <a:ext uri="{FF2B5EF4-FFF2-40B4-BE49-F238E27FC236}">
                <a16:creationId xmlns:a16="http://schemas.microsoft.com/office/drawing/2014/main" id="{108B4615-3A9C-4865-95D8-12C4B996CE70}"/>
              </a:ext>
            </a:extLst>
          </p:cNvPr>
          <p:cNvSpPr>
            <a:spLocks xmlns:a="http://schemas.openxmlformats.org/drawingml/2006/main" noGrp="1"/>
          </p:cNvSpPr>
          <p:nvPr/>
        </p:nvSpPr>
        <p:spPr>
          <a:xfrm xmlns:a="http://schemas.openxmlformats.org/drawingml/2006/main">
            <a:off x="7629525" y="3362325"/>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Key change</a:t>
            </a:r>
          </a:p>
        </p:txBody>
      </p:sp>
      <p:sp>
        <p:nvSpPr>
          <p:cNvPr id="111" name="">
            <a:extLst xmlns:a="http://schemas.openxmlformats.org/drawingml/2006/main">
              <a:ext uri="{FF2B5EF4-FFF2-40B4-BE49-F238E27FC236}">
                <a16:creationId xmlns:a16="http://schemas.microsoft.com/office/drawing/2014/main" id="{1B2E3D9D-1A92-4329-B7E6-BACCA0278FCF}"/>
              </a:ext>
            </a:extLst>
          </p:cNvPr>
          <p:cNvSpPr>
            <a:spLocks xmlns:a="http://schemas.openxmlformats.org/drawingml/2006/main" noGrp="1"/>
          </p:cNvSpPr>
          <p:nvPr/>
        </p:nvSpPr>
        <p:spPr>
          <a:xfrm xmlns:a="http://schemas.openxmlformats.org/drawingml/2006/main">
            <a:off x="7629525" y="3867150"/>
            <a:ext cx="3857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Eutectic surface</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 retained amorphous</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material below.</a:t>
            </a:r>
          </a:p>
        </p:txBody>
      </p:sp>
      <p:pic>
        <p:nvPicPr>
          <p:cNvPr id="112" name="">
            <a:extLst xmlns:a="http://schemas.openxmlformats.org/drawingml/2006/main">
              <a:ext uri="{FF2B5EF4-FFF2-40B4-BE49-F238E27FC236}">
                <a16:creationId xmlns:a16="http://schemas.microsoft.com/office/drawing/2014/main" id="{E8F0F45B-E7DA-4776-A161-E47BB5D5D9EE}"/>
              </a:ext>
            </a:extLst>
          </p:cNvPr>
          <p:cNvPicPr>
            <a:picLocks xmlns:a="http://schemas.openxmlformats.org/drawingml/2006/main" noChangeAspect="1"/>
          </p:cNvPicPr>
          <p:nvPr/>
        </p:nvPicPr>
        <p:blipFill>
          <a:blip xmlns:r="http://schemas.openxmlformats.org/officeDocument/2006/relationships" xmlns:a="http://schemas.openxmlformats.org/drawingml/2006/main" r:embed="R69365547f2df454c">
            <a:extLst>
              <a:ext uri="{96DAC541-7B7A-43D3-8B79-37D633B846F1}">
                <asvg:svgBlip xmlns:asvg="http://schemas.microsoft.com/office/drawing/2016/SVG/main" r:embed="R20a137edccab42b9"/>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10554244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F4B886D2-9FD6-47D4-96F6-AC54E4784379}"/>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D2383D52-43E9-4521-8CAE-6DD901911841}"/>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6F013E79-1C34-475B-9CC8-9F2FA099DD87}"/>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 · Laser remelting</a:t>
            </a:r>
          </a:p>
        </p:txBody>
      </p:sp>
      <p:sp>
        <p:nvSpPr>
          <p:cNvPr id="28" name="矩形: 圆角 27">
            <a:extLst xmlns:a="http://schemas.openxmlformats.org/drawingml/2006/main">
              <a:ext uri="{FF2B5EF4-FFF2-40B4-BE49-F238E27FC236}">
                <a16:creationId xmlns:a16="http://schemas.microsoft.com/office/drawing/2014/main" id="{3DCE806B-21C4-45C0-8ABC-3BA245E735DF}"/>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7C7C9556-7444-4624-9D3B-F653DEB7BED1}"/>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FCAEF53D-AE68-4CAF-97AC-F7EADC580FAB}"/>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2026, §2.2 and Table 3. Original process schematic.</a:t>
            </a:r>
          </a:p>
        </p:txBody>
      </p:sp>
      <p:sp>
        <p:nvSpPr>
          <p:cNvPr id="62" name="">
            <a:extLst xmlns:a="http://schemas.openxmlformats.org/drawingml/2006/main">
              <a:ext uri="{FF2B5EF4-FFF2-40B4-BE49-F238E27FC236}">
                <a16:creationId xmlns:a16="http://schemas.microsoft.com/office/drawing/2014/main" id="{E0D86ED0-6719-4E40-86F4-4F6417D85F78}"/>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FB5E3783-A6B3-4221-B983-B5CE25651638}"/>
              </a:ext>
            </a:extLst>
          </p:cNvPr>
          <p:cNvSpPr>
            <a:spLocks xmlns:a="http://schemas.openxmlformats.org/drawingml/2006/main" noGrp="1"/>
          </p:cNvSpPr>
          <p:nvPr/>
        </p:nvSpPr>
        <p:spPr>
          <a:xfrm xmlns:a="http://schemas.openxmlformats.org/drawingml/2006/main">
            <a:off x="7429500" y="1162050"/>
            <a:ext cx="4333875" cy="4552950"/>
          </a:xfrm>
          <a:prstGeom xmlns:a="http://schemas.openxmlformats.org/drawingml/2006/main" prst="roundRect">
            <a:avLst>
              <a:gd name="adj" fmla="val 7912"/>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50DC90D8-CE3E-4395-AA50-014A87F0F851}"/>
              </a:ext>
            </a:extLst>
          </p:cNvPr>
          <p:cNvSpPr>
            <a:spLocks xmlns:a="http://schemas.openxmlformats.org/drawingml/2006/main" noGrp="1"/>
          </p:cNvSpPr>
          <p:nvPr/>
        </p:nvSpPr>
        <p:spPr>
          <a:xfrm xmlns:a="http://schemas.openxmlformats.org/drawingml/2006/main">
            <a:off x="657225" y="1419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Continuous laser + argon</a:t>
            </a:r>
          </a:p>
        </p:txBody>
      </p:sp>
      <p:sp>
        <p:nvSpPr>
          <p:cNvPr id="65" name="">
            <a:extLst xmlns:a="http://schemas.openxmlformats.org/drawingml/2006/main">
              <a:ext uri="{FF2B5EF4-FFF2-40B4-BE49-F238E27FC236}">
                <a16:creationId xmlns:a16="http://schemas.microsoft.com/office/drawing/2014/main" id="{9BCDB8F4-4128-49F7-8817-571BDF553723}"/>
              </a:ext>
            </a:extLst>
          </p:cNvPr>
          <p:cNvSpPr>
            <a:spLocks xmlns:a="http://schemas.openxmlformats.org/drawingml/2006/main" noGrp="1"/>
          </p:cNvSpPr>
          <p:nvPr/>
        </p:nvSpPr>
        <p:spPr>
          <a:xfrm xmlns:a="http://schemas.openxmlformats.org/drawingml/2006/main">
            <a:off x="962025" y="3629025"/>
            <a:ext cx="5715000" cy="857250"/>
          </a:xfrm>
          <a:prstGeom xmlns:a="http://schemas.openxmlformats.org/drawingml/2006/main" prst="rect">
            <a:avLst/>
          </a:prstGeom>
          <a:solidFill xmlns:a="http://schemas.openxmlformats.org/drawingml/2006/main">
            <a:srgbClr val="DCEBF6"/>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CA9743F0-06AC-4AFA-A0DC-89A1CC33AB2A}"/>
              </a:ext>
            </a:extLst>
          </p:cNvPr>
          <p:cNvSpPr>
            <a:spLocks xmlns:a="http://schemas.openxmlformats.org/drawingml/2006/main" noGrp="1"/>
          </p:cNvSpPr>
          <p:nvPr/>
        </p:nvSpPr>
        <p:spPr>
          <a:xfrm xmlns:a="http://schemas.openxmlformats.org/drawingml/2006/main">
            <a:off x="962025" y="4486275"/>
            <a:ext cx="5715000" cy="1619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B3BCC9F5-4DB3-4A40-8813-D758CDF9C00D}"/>
              </a:ext>
            </a:extLst>
          </p:cNvPr>
          <p:cNvSpPr>
            <a:spLocks xmlns:a="http://schemas.openxmlformats.org/drawingml/2006/main" noGrp="1"/>
          </p:cNvSpPr>
          <p:nvPr/>
        </p:nvSpPr>
        <p:spPr>
          <a:xfrm xmlns:a="http://schemas.openxmlformats.org/drawingml/2006/main">
            <a:off x="962025" y="4648200"/>
            <a:ext cx="5715000" cy="52387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859423CE-A971-437E-B151-B5C98CEABB24}"/>
              </a:ext>
            </a:extLst>
          </p:cNvPr>
          <p:cNvSpPr>
            <a:spLocks xmlns:a="http://schemas.openxmlformats.org/drawingml/2006/main" noGrp="1"/>
          </p:cNvSpPr>
          <p:nvPr/>
        </p:nvSpPr>
        <p:spPr>
          <a:xfrm xmlns:a="http://schemas.openxmlformats.org/drawingml/2006/main">
            <a:off x="962025" y="3629025"/>
            <a:ext cx="2714625" cy="409575"/>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4D938E13-809B-4C96-A46E-91861767F937}"/>
              </a:ext>
            </a:extLst>
          </p:cNvPr>
          <p:cNvSpPr>
            <a:spLocks xmlns:a="http://schemas.openxmlformats.org/drawingml/2006/main" noGrp="1"/>
          </p:cNvSpPr>
          <p:nvPr/>
        </p:nvSpPr>
        <p:spPr>
          <a:xfrm xmlns:a="http://schemas.openxmlformats.org/drawingml/2006/main">
            <a:off x="1057275" y="3724275"/>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70" name="">
            <a:extLst xmlns:a="http://schemas.openxmlformats.org/drawingml/2006/main">
              <a:ext uri="{FF2B5EF4-FFF2-40B4-BE49-F238E27FC236}">
                <a16:creationId xmlns:a16="http://schemas.microsoft.com/office/drawing/2014/main" id="{40D48641-933F-48A5-B330-B1EF2308D7F0}"/>
              </a:ext>
            </a:extLst>
          </p:cNvPr>
          <p:cNvSpPr>
            <a:spLocks xmlns:a="http://schemas.openxmlformats.org/drawingml/2006/main" noGrp="1"/>
          </p:cNvSpPr>
          <p:nvPr/>
        </p:nvSpPr>
        <p:spPr>
          <a:xfrm xmlns:a="http://schemas.openxmlformats.org/drawingml/2006/main">
            <a:off x="1057275" y="3790950"/>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71" name="">
            <a:extLst xmlns:a="http://schemas.openxmlformats.org/drawingml/2006/main">
              <a:ext uri="{FF2B5EF4-FFF2-40B4-BE49-F238E27FC236}">
                <a16:creationId xmlns:a16="http://schemas.microsoft.com/office/drawing/2014/main" id="{C4815296-8BBC-4E7A-9608-61D95E743CD0}"/>
              </a:ext>
            </a:extLst>
          </p:cNvPr>
          <p:cNvSpPr>
            <a:spLocks xmlns:a="http://schemas.openxmlformats.org/drawingml/2006/main" noGrp="1"/>
          </p:cNvSpPr>
          <p:nvPr/>
        </p:nvSpPr>
        <p:spPr>
          <a:xfrm xmlns:a="http://schemas.openxmlformats.org/drawingml/2006/main">
            <a:off x="1057275" y="3857625"/>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72" name="">
            <a:extLst xmlns:a="http://schemas.openxmlformats.org/drawingml/2006/main">
              <a:ext uri="{FF2B5EF4-FFF2-40B4-BE49-F238E27FC236}">
                <a16:creationId xmlns:a16="http://schemas.microsoft.com/office/drawing/2014/main" id="{574D635A-FA30-4156-827E-C1D9D189A0B3}"/>
              </a:ext>
            </a:extLst>
          </p:cNvPr>
          <p:cNvSpPr>
            <a:spLocks xmlns:a="http://schemas.openxmlformats.org/drawingml/2006/main" noGrp="1"/>
          </p:cNvSpPr>
          <p:nvPr/>
        </p:nvSpPr>
        <p:spPr>
          <a:xfrm xmlns:a="http://schemas.openxmlformats.org/drawingml/2006/main">
            <a:off x="12192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3" name="">
            <a:extLst xmlns:a="http://schemas.openxmlformats.org/drawingml/2006/main">
              <a:ext uri="{FF2B5EF4-FFF2-40B4-BE49-F238E27FC236}">
                <a16:creationId xmlns:a16="http://schemas.microsoft.com/office/drawing/2014/main" id="{40A586F7-4FD6-4D4A-88E9-DAA35AA66219}"/>
              </a:ext>
            </a:extLst>
          </p:cNvPr>
          <p:cNvSpPr>
            <a:spLocks xmlns:a="http://schemas.openxmlformats.org/drawingml/2006/main" noGrp="1"/>
          </p:cNvSpPr>
          <p:nvPr/>
        </p:nvSpPr>
        <p:spPr>
          <a:xfrm xmlns:a="http://schemas.openxmlformats.org/drawingml/2006/main">
            <a:off x="165735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4" name="">
            <a:extLst xmlns:a="http://schemas.openxmlformats.org/drawingml/2006/main">
              <a:ext uri="{FF2B5EF4-FFF2-40B4-BE49-F238E27FC236}">
                <a16:creationId xmlns:a16="http://schemas.microsoft.com/office/drawing/2014/main" id="{529BA853-38E0-4DE5-A9E9-8986D2A81E91}"/>
              </a:ext>
            </a:extLst>
          </p:cNvPr>
          <p:cNvSpPr>
            <a:spLocks xmlns:a="http://schemas.openxmlformats.org/drawingml/2006/main" noGrp="1"/>
          </p:cNvSpPr>
          <p:nvPr/>
        </p:nvSpPr>
        <p:spPr>
          <a:xfrm xmlns:a="http://schemas.openxmlformats.org/drawingml/2006/main">
            <a:off x="20955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5" name="">
            <a:extLst xmlns:a="http://schemas.openxmlformats.org/drawingml/2006/main">
              <a:ext uri="{FF2B5EF4-FFF2-40B4-BE49-F238E27FC236}">
                <a16:creationId xmlns:a16="http://schemas.microsoft.com/office/drawing/2014/main" id="{897D22E3-3F92-41BE-8EBD-15D39C4C7A6D}"/>
              </a:ext>
            </a:extLst>
          </p:cNvPr>
          <p:cNvSpPr>
            <a:spLocks xmlns:a="http://schemas.openxmlformats.org/drawingml/2006/main" noGrp="1"/>
          </p:cNvSpPr>
          <p:nvPr/>
        </p:nvSpPr>
        <p:spPr>
          <a:xfrm xmlns:a="http://schemas.openxmlformats.org/drawingml/2006/main">
            <a:off x="253365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6" name="">
            <a:extLst xmlns:a="http://schemas.openxmlformats.org/drawingml/2006/main">
              <a:ext uri="{FF2B5EF4-FFF2-40B4-BE49-F238E27FC236}">
                <a16:creationId xmlns:a16="http://schemas.microsoft.com/office/drawing/2014/main" id="{6497C5C0-886A-4F84-B3C5-62172C172F52}"/>
              </a:ext>
            </a:extLst>
          </p:cNvPr>
          <p:cNvSpPr>
            <a:spLocks xmlns:a="http://schemas.openxmlformats.org/drawingml/2006/main" noGrp="1"/>
          </p:cNvSpPr>
          <p:nvPr/>
        </p:nvSpPr>
        <p:spPr>
          <a:xfrm xmlns:a="http://schemas.openxmlformats.org/drawingml/2006/main">
            <a:off x="29718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7" name="">
            <a:extLst xmlns:a="http://schemas.openxmlformats.org/drawingml/2006/main">
              <a:ext uri="{FF2B5EF4-FFF2-40B4-BE49-F238E27FC236}">
                <a16:creationId xmlns:a16="http://schemas.microsoft.com/office/drawing/2014/main" id="{CC3AAE9E-5E61-49C5-AE1F-83872476D958}"/>
              </a:ext>
            </a:extLst>
          </p:cNvPr>
          <p:cNvSpPr>
            <a:spLocks xmlns:a="http://schemas.openxmlformats.org/drawingml/2006/main" noGrp="1"/>
          </p:cNvSpPr>
          <p:nvPr/>
        </p:nvSpPr>
        <p:spPr>
          <a:xfrm xmlns:a="http://schemas.openxmlformats.org/drawingml/2006/main">
            <a:off x="3533775" y="2124075"/>
            <a:ext cx="742950" cy="428625"/>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1A39E82B-6DB5-4203-A3D0-7C81E2C990A1}"/>
              </a:ext>
            </a:extLst>
          </p:cNvPr>
          <p:cNvSpPr>
            <a:spLocks xmlns:a="http://schemas.openxmlformats.org/drawingml/2006/main" noGrp="1"/>
          </p:cNvSpPr>
          <p:nvPr/>
        </p:nvSpPr>
        <p:spPr>
          <a:xfrm xmlns:a="http://schemas.openxmlformats.org/drawingml/2006/main">
            <a:off x="3438525" y="2552700"/>
            <a:ext cx="942975" cy="1143000"/>
          </a:xfrm>
          <a:custGeom xmlns:a="http://schemas.openxmlformats.org/drawingml/2006/main">
            <a:pathLst>
              <a:path w="942975" h="1143000">
                <a:moveTo>
                  <a:pt x="238125" y="0"/>
                </a:moveTo>
                <a:lnTo>
                  <a:pt x="714375" y="0"/>
                </a:lnTo>
                <a:lnTo>
                  <a:pt x="942975" y="1143000"/>
                </a:lnTo>
                <a:lnTo>
                  <a:pt x="0" y="1143000"/>
                </a:lnTo>
                <a:close/>
              </a:path>
            </a:pathLst>
          </a:custGeom>
          <a:solidFill xmlns:a="http://schemas.openxmlformats.org/drawingml/2006/main">
            <a:srgbClr val="F7BAA7"/>
          </a:solidFill>
          <a:ln xmlns:a="http://schemas.openxmlformats.org/drawingml/2006/main" w="9525">
            <a:noFill/>
          </a:ln>
        </p:spPr>
      </p:sp>
      <p:sp>
        <p:nvSpPr>
          <p:cNvPr id="79" name="">
            <a:extLst xmlns:a="http://schemas.openxmlformats.org/drawingml/2006/main">
              <a:ext uri="{FF2B5EF4-FFF2-40B4-BE49-F238E27FC236}">
                <a16:creationId xmlns:a16="http://schemas.microsoft.com/office/drawing/2014/main" id="{E38396CF-2E84-4F76-A3C6-02E5E946FC92}"/>
              </a:ext>
            </a:extLst>
          </p:cNvPr>
          <p:cNvSpPr>
            <a:spLocks xmlns:a="http://schemas.openxmlformats.org/drawingml/2006/main" noGrp="1"/>
          </p:cNvSpPr>
          <p:nvPr/>
        </p:nvSpPr>
        <p:spPr>
          <a:xfrm xmlns:a="http://schemas.openxmlformats.org/drawingml/2006/main">
            <a:off x="4572000" y="2200275"/>
            <a:ext cx="1095375" cy="238125"/>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6172F8E8-E226-403A-AEE5-2E72B93B801D}"/>
              </a:ext>
            </a:extLst>
          </p:cNvPr>
          <p:cNvSpPr>
            <a:spLocks xmlns:a="http://schemas.openxmlformats.org/drawingml/2006/main" noGrp="1"/>
          </p:cNvSpPr>
          <p:nvPr/>
        </p:nvSpPr>
        <p:spPr>
          <a:xfrm xmlns:a="http://schemas.openxmlformats.org/drawingml/2006/main">
            <a:off x="4572000" y="26479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20 mm/s</a:t>
            </a:r>
          </a:p>
        </p:txBody>
      </p:sp>
      <p:sp>
        <p:nvSpPr>
          <p:cNvPr id="81" name="">
            <a:extLst xmlns:a="http://schemas.openxmlformats.org/drawingml/2006/main">
              <a:ext uri="{FF2B5EF4-FFF2-40B4-BE49-F238E27FC236}">
                <a16:creationId xmlns:a16="http://schemas.microsoft.com/office/drawing/2014/main" id="{699FC6F8-1999-4C48-81DC-BBAF5400F506}"/>
              </a:ext>
            </a:extLst>
          </p:cNvPr>
          <p:cNvSpPr>
            <a:spLocks xmlns:a="http://schemas.openxmlformats.org/drawingml/2006/main" noGrp="1"/>
          </p:cNvSpPr>
          <p:nvPr/>
        </p:nvSpPr>
        <p:spPr>
          <a:xfrm xmlns:a="http://schemas.openxmlformats.org/drawingml/2006/main">
            <a:off x="904875" y="28765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5 × 5 mm spot</a:t>
            </a:r>
          </a:p>
        </p:txBody>
      </p:sp>
      <p:sp>
        <p:nvSpPr>
          <p:cNvPr id="82" name="">
            <a:extLst xmlns:a="http://schemas.openxmlformats.org/drawingml/2006/main">
              <a:ext uri="{FF2B5EF4-FFF2-40B4-BE49-F238E27FC236}">
                <a16:creationId xmlns:a16="http://schemas.microsoft.com/office/drawing/2014/main" id="{E4D92727-EBC2-48F3-9419-24E069F61DC8}"/>
              </a:ext>
            </a:extLst>
          </p:cNvPr>
          <p:cNvSpPr>
            <a:spLocks xmlns:a="http://schemas.openxmlformats.org/drawingml/2006/main" noGrp="1"/>
          </p:cNvSpPr>
          <p:nvPr/>
        </p:nvSpPr>
        <p:spPr>
          <a:xfrm xmlns:a="http://schemas.openxmlformats.org/drawingml/2006/main">
            <a:off x="981075" y="5238750"/>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E335B"/>
                </a:solidFill>
                <a:latin typeface="Times New Roman"/>
                <a:ea typeface="Times New Roman"/>
                <a:cs typeface="Times New Roman"/>
              </a:defRPr>
            </a:defPPr>
          </a:lstStyle>
          <a:p xmlns:a="http://schemas.openxmlformats.org/drawingml/2006/main">
            <a:pPr algn="l">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Remelted track</a:t>
            </a:r>
          </a:p>
        </p:txBody>
      </p:sp>
      <p:sp>
        <p:nvSpPr>
          <p:cNvPr id="83" name="">
            <a:extLst xmlns:a="http://schemas.openxmlformats.org/drawingml/2006/main">
              <a:ext uri="{FF2B5EF4-FFF2-40B4-BE49-F238E27FC236}">
                <a16:creationId xmlns:a16="http://schemas.microsoft.com/office/drawing/2014/main" id="{76380721-1EE5-4DBC-874E-7851BB63931A}"/>
              </a:ext>
            </a:extLst>
          </p:cNvPr>
          <p:cNvSpPr>
            <a:spLocks xmlns:a="http://schemas.openxmlformats.org/drawingml/2006/main" noGrp="1"/>
          </p:cNvSpPr>
          <p:nvPr/>
        </p:nvSpPr>
        <p:spPr>
          <a:xfrm xmlns:a="http://schemas.openxmlformats.org/drawingml/2006/main">
            <a:off x="4457700" y="39433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Ceramic</a:t>
            </a:r>
          </a:p>
        </p:txBody>
      </p:sp>
      <p:sp>
        <p:nvSpPr>
          <p:cNvPr id="84" name="">
            <a:extLst xmlns:a="http://schemas.openxmlformats.org/drawingml/2006/main">
              <a:ext uri="{FF2B5EF4-FFF2-40B4-BE49-F238E27FC236}">
                <a16:creationId xmlns:a16="http://schemas.microsoft.com/office/drawing/2014/main" id="{81218B0E-511F-434D-852F-11E0D5985468}"/>
              </a:ext>
            </a:extLst>
          </p:cNvPr>
          <p:cNvSpPr>
            <a:spLocks xmlns:a="http://schemas.openxmlformats.org/drawingml/2006/main" noGrp="1"/>
          </p:cNvSpPr>
          <p:nvPr/>
        </p:nvSpPr>
        <p:spPr>
          <a:xfrm xmlns:a="http://schemas.openxmlformats.org/drawingml/2006/main">
            <a:off x="4762500" y="471487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Steel</a:t>
            </a:r>
          </a:p>
        </p:txBody>
      </p:sp>
      <p:sp>
        <p:nvSpPr>
          <p:cNvPr id="85" name="">
            <a:extLst xmlns:a="http://schemas.openxmlformats.org/drawingml/2006/main">
              <a:ext uri="{FF2B5EF4-FFF2-40B4-BE49-F238E27FC236}">
                <a16:creationId xmlns:a16="http://schemas.microsoft.com/office/drawing/2014/main" id="{D9933E41-9164-4801-9FF0-2C5E9FA4857C}"/>
              </a:ext>
            </a:extLst>
          </p:cNvPr>
          <p:cNvSpPr>
            <a:spLocks xmlns:a="http://schemas.openxmlformats.org/drawingml/2006/main" noGrp="1"/>
          </p:cNvSpPr>
          <p:nvPr/>
        </p:nvSpPr>
        <p:spPr>
          <a:xfrm xmlns:a="http://schemas.openxmlformats.org/drawingml/2006/main">
            <a:off x="7629525" y="148590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Power window</a:t>
            </a:r>
          </a:p>
        </p:txBody>
      </p:sp>
      <p:sp>
        <p:nvSpPr>
          <p:cNvPr id="86" name="">
            <a:extLst xmlns:a="http://schemas.openxmlformats.org/drawingml/2006/main">
              <a:ext uri="{FF2B5EF4-FFF2-40B4-BE49-F238E27FC236}">
                <a16:creationId xmlns:a16="http://schemas.microsoft.com/office/drawing/2014/main" id="{A0985380-B162-496D-A921-EBAD9B8300F5}"/>
              </a:ext>
            </a:extLst>
          </p:cNvPr>
          <p:cNvSpPr>
            <a:spLocks xmlns:a="http://schemas.openxmlformats.org/drawingml/2006/main" noGrp="1"/>
          </p:cNvSpPr>
          <p:nvPr/>
        </p:nvSpPr>
        <p:spPr>
          <a:xfrm xmlns:a="http://schemas.openxmlformats.org/drawingml/2006/main">
            <a:off x="7629525" y="2009775"/>
            <a:ext cx="3857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300–1000 W</a:t>
            </a:r>
          </a:p>
        </p:txBody>
      </p:sp>
      <p:sp>
        <p:nvSpPr>
          <p:cNvPr id="87" name="">
            <a:extLst xmlns:a="http://schemas.openxmlformats.org/drawingml/2006/main">
              <a:ext uri="{FF2B5EF4-FFF2-40B4-BE49-F238E27FC236}">
                <a16:creationId xmlns:a16="http://schemas.microsoft.com/office/drawing/2014/main" id="{9874B286-79EF-4124-8BEF-05AFC82B8D24}"/>
              </a:ext>
            </a:extLst>
          </p:cNvPr>
          <p:cNvSpPr>
            <a:spLocks xmlns:a="http://schemas.openxmlformats.org/drawingml/2006/main" noGrp="1"/>
          </p:cNvSpPr>
          <p:nvPr/>
        </p:nvSpPr>
        <p:spPr>
          <a:xfrm xmlns:a="http://schemas.openxmlformats.org/drawingml/2006/main">
            <a:off x="7629525" y="28765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Fixed settings</a:t>
            </a:r>
          </a:p>
        </p:txBody>
      </p:sp>
      <p:sp>
        <p:nvSpPr>
          <p:cNvPr id="88" name="">
            <a:extLst xmlns:a="http://schemas.openxmlformats.org/drawingml/2006/main">
              <a:ext uri="{FF2B5EF4-FFF2-40B4-BE49-F238E27FC236}">
                <a16:creationId xmlns:a16="http://schemas.microsoft.com/office/drawing/2014/main" id="{AD7AB2D2-9148-4C72-8541-06803B29FA22}"/>
              </a:ext>
            </a:extLst>
          </p:cNvPr>
          <p:cNvSpPr>
            <a:spLocks xmlns:a="http://schemas.openxmlformats.org/drawingml/2006/main" noGrp="1"/>
          </p:cNvSpPr>
          <p:nvPr/>
        </p:nvSpPr>
        <p:spPr>
          <a:xfrm xmlns:a="http://schemas.openxmlformats.org/drawingml/2006/main">
            <a:off x="7629525" y="3381375"/>
            <a:ext cx="3857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20 mm/s</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5 × 5 mm spot</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Argon shielding</a:t>
            </a:r>
          </a:p>
        </p:txBody>
      </p:sp>
      <p:sp>
        <p:nvSpPr>
          <p:cNvPr id="89" name="">
            <a:extLst xmlns:a="http://schemas.openxmlformats.org/drawingml/2006/main">
              <a:ext uri="{FF2B5EF4-FFF2-40B4-BE49-F238E27FC236}">
                <a16:creationId xmlns:a16="http://schemas.microsoft.com/office/drawing/2014/main" id="{5148037A-BDBF-44E5-891C-1DEFEAC6067C}"/>
              </a:ext>
            </a:extLst>
          </p:cNvPr>
          <p:cNvSpPr>
            <a:spLocks xmlns:a="http://schemas.openxmlformats.org/drawingml/2006/main" noGrp="1"/>
          </p:cNvSpPr>
          <p:nvPr/>
        </p:nvSpPr>
        <p:spPr>
          <a:xfrm xmlns:a="http://schemas.openxmlformats.org/drawingml/2006/main">
            <a:off x="7629525" y="5000625"/>
            <a:ext cx="3857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BA382F"/>
                </a:solidFill>
                <a:latin typeface="Times New Roman"/>
                <a:ea typeface="Times New Roman"/>
                <a:cs typeface="Times New Roman"/>
              </a:defRPr>
            </a:defPPr>
          </a:lstStyle>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Depth + defects both matter.</a:t>
            </a:r>
          </a:p>
        </p:txBody>
      </p:sp>
      <p:pic>
        <p:nvPicPr>
          <p:cNvPr id="90" name="">
            <a:extLst xmlns:a="http://schemas.openxmlformats.org/drawingml/2006/main">
              <a:ext uri="{FF2B5EF4-FFF2-40B4-BE49-F238E27FC236}">
                <a16:creationId xmlns:a16="http://schemas.microsoft.com/office/drawing/2014/main" id="{0B4E6959-65E4-4F23-BB84-8ACD2A9F4A04}"/>
              </a:ext>
            </a:extLst>
          </p:cNvPr>
          <p:cNvPicPr>
            <a:picLocks xmlns:a="http://schemas.openxmlformats.org/drawingml/2006/main" noChangeAspect="1"/>
          </p:cNvPicPr>
          <p:nvPr/>
        </p:nvPicPr>
        <p:blipFill>
          <a:blip xmlns:r="http://schemas.openxmlformats.org/officeDocument/2006/relationships" xmlns:a="http://schemas.openxmlformats.org/drawingml/2006/main" r:embed="R06bfd62c07364f05">
            <a:extLst>
              <a:ext uri="{96DAC541-7B7A-43D3-8B79-37D633B846F1}">
                <asvg:svgBlip xmlns:asvg="http://schemas.microsoft.com/office/drawing/2016/SVG/main" r:embed="Rdb51289b52ee4989"/>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41169410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496546C9-67A8-4436-A0F7-728C951225B9}"/>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89C690E5-8B98-4F5C-A697-E34AD7E9A95C}"/>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ADC85DE2-BF1F-43FB-91A4-32481050B94F}"/>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 · Structure and performance</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3B5947BF-2AE2-412E-B51E-77E4E17A9406}"/>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91272DC4-4F10-444C-B291-497EE868CB47}"/>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0C18872D-6A22-44C4-B17A-2CFAF0097D0D}"/>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2026, Fig. 4(a,g), §3.1–3.2. SEM panels cropped.</a:t>
            </a:r>
          </a:p>
        </p:txBody>
      </p:sp>
      <p:sp>
        <p:nvSpPr>
          <p:cNvPr id="62" name="">
            <a:extLst xmlns:a="http://schemas.openxmlformats.org/drawingml/2006/main">
              <a:ext uri="{FF2B5EF4-FFF2-40B4-BE49-F238E27FC236}">
                <a16:creationId xmlns:a16="http://schemas.microsoft.com/office/drawing/2014/main" id="{2B884D8C-0F28-4CB1-A5DA-487EFFE49458}"/>
              </a:ext>
            </a:extLst>
          </p:cNvPr>
          <p:cNvSpPr>
            <a:spLocks xmlns:a="http://schemas.openxmlformats.org/drawingml/2006/main" noGrp="1"/>
          </p:cNvSpPr>
          <p:nvPr/>
        </p:nvSpPr>
        <p:spPr>
          <a:xfrm xmlns:a="http://schemas.openxmlformats.org/drawingml/2006/main">
            <a:off x="428625" y="1162050"/>
            <a:ext cx="781050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6BC21D65-F09F-4822-9AA9-FD3D7AC734A6}"/>
              </a:ext>
            </a:extLst>
          </p:cNvPr>
          <p:cNvSpPr>
            <a:spLocks xmlns:a="http://schemas.openxmlformats.org/drawingml/2006/main" noGrp="1"/>
          </p:cNvSpPr>
          <p:nvPr/>
        </p:nvSpPr>
        <p:spPr>
          <a:xfrm xmlns:a="http://schemas.openxmlformats.org/drawingml/2006/main">
            <a:off x="8477250" y="1162050"/>
            <a:ext cx="3286125" cy="4552950"/>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CA2DD144-CD9D-4573-BE53-0A9CD036BB8B}"/>
              </a:ext>
            </a:extLst>
          </p:cNvPr>
          <p:cNvSpPr>
            <a:spLocks xmlns:a="http://schemas.openxmlformats.org/drawingml/2006/main" noGrp="1"/>
          </p:cNvSpPr>
          <p:nvPr/>
        </p:nvSpPr>
        <p:spPr>
          <a:xfrm xmlns:a="http://schemas.openxmlformats.org/drawingml/2006/main">
            <a:off x="666750" y="142875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As-sprayed</a:t>
            </a:r>
          </a:p>
        </p:txBody>
      </p:sp>
      <p:sp>
        <p:nvSpPr>
          <p:cNvPr id="65" name="">
            <a:extLst xmlns:a="http://schemas.openxmlformats.org/drawingml/2006/main">
              <a:ext uri="{FF2B5EF4-FFF2-40B4-BE49-F238E27FC236}">
                <a16:creationId xmlns:a16="http://schemas.microsoft.com/office/drawing/2014/main" id="{3C982CBD-D203-4E94-9845-BC982FF1FEC6}"/>
              </a:ext>
            </a:extLst>
          </p:cNvPr>
          <p:cNvSpPr>
            <a:spLocks xmlns:a="http://schemas.openxmlformats.org/drawingml/2006/main" noGrp="1"/>
          </p:cNvSpPr>
          <p:nvPr/>
        </p:nvSpPr>
        <p:spPr>
          <a:xfrm xmlns:a="http://schemas.openxmlformats.org/drawingml/2006/main">
            <a:off x="4381500" y="142875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900 W / 20 mm/s</a:t>
            </a:r>
          </a:p>
        </p:txBody>
      </p:sp>
      <p:pic>
        <p:nvPicPr>
          <p:cNvPr id="66" name="">
            <a:extLst xmlns:a="http://schemas.openxmlformats.org/drawingml/2006/main">
              <a:ext uri="{FF2B5EF4-FFF2-40B4-BE49-F238E27FC236}">
                <a16:creationId xmlns:a16="http://schemas.microsoft.com/office/drawing/2014/main" id="{3C24FE1E-3295-46F1-BA1F-02FF2905B9A4}"/>
              </a:ext>
            </a:extLst>
          </p:cNvPr>
          <p:cNvPicPr>
            <a:picLocks xmlns:a="http://schemas.openxmlformats.org/drawingml/2006/main" noChangeAspect="1"/>
          </p:cNvPicPr>
          <p:nvPr/>
        </p:nvPicPr>
        <p:blipFill>
          <a:blip xmlns:r="http://schemas.openxmlformats.org/officeDocument/2006/relationships" xmlns:a="http://schemas.openxmlformats.org/drawingml/2006/main" r:embed="Ra819b6d70bd64c8f"/>
          <a:stretch xmlns:a="http://schemas.openxmlformats.org/drawingml/2006/main"/>
        </p:blipFill>
        <p:spPr>
          <a:xfrm xmlns:a="http://schemas.openxmlformats.org/drawingml/2006/main">
            <a:off x="666750" y="2088243"/>
            <a:ext cx="3524250" cy="2852964"/>
          </a:xfrm>
          <a:prstGeom xmlns:a="http://schemas.openxmlformats.org/drawingml/2006/main" prst="rect">
            <a:avLst/>
          </a:prstGeom>
        </p:spPr>
      </p:pic>
      <p:pic>
        <p:nvPicPr>
          <p:cNvPr id="67" name="">
            <a:extLst xmlns:a="http://schemas.openxmlformats.org/drawingml/2006/main">
              <a:ext uri="{FF2B5EF4-FFF2-40B4-BE49-F238E27FC236}">
                <a16:creationId xmlns:a16="http://schemas.microsoft.com/office/drawing/2014/main" id="{B927BB2F-D205-47E2-9F6B-51EDA741A82A}"/>
              </a:ext>
            </a:extLst>
          </p:cNvPr>
          <p:cNvPicPr>
            <a:picLocks xmlns:a="http://schemas.openxmlformats.org/drawingml/2006/main" noChangeAspect="1"/>
          </p:cNvPicPr>
          <p:nvPr/>
        </p:nvPicPr>
        <p:blipFill>
          <a:blip xmlns:r="http://schemas.openxmlformats.org/officeDocument/2006/relationships" xmlns:a="http://schemas.openxmlformats.org/drawingml/2006/main" r:embed="R19a79280127a4b71"/>
          <a:stretch xmlns:a="http://schemas.openxmlformats.org/drawingml/2006/main"/>
        </p:blipFill>
        <p:spPr>
          <a:xfrm xmlns:a="http://schemas.openxmlformats.org/drawingml/2006/main">
            <a:off x="4381500" y="2102360"/>
            <a:ext cx="3524250" cy="2824730"/>
          </a:xfrm>
          <a:prstGeom xmlns:a="http://schemas.openxmlformats.org/drawingml/2006/main" prst="rect">
            <a:avLst/>
          </a:prstGeom>
        </p:spPr>
      </p:pic>
      <p:sp>
        <p:nvSpPr>
          <p:cNvPr id="68" name="">
            <a:extLst xmlns:a="http://schemas.openxmlformats.org/drawingml/2006/main">
              <a:ext uri="{FF2B5EF4-FFF2-40B4-BE49-F238E27FC236}">
                <a16:creationId xmlns:a16="http://schemas.microsoft.com/office/drawing/2014/main" id="{FAF595CB-DBEC-4FF4-BAF5-C1F535359921}"/>
              </a:ext>
            </a:extLst>
          </p:cNvPr>
          <p:cNvSpPr>
            <a:spLocks xmlns:a="http://schemas.openxmlformats.org/drawingml/2006/main" noGrp="1"/>
          </p:cNvSpPr>
          <p:nvPr/>
        </p:nvSpPr>
        <p:spPr>
          <a:xfrm xmlns:a="http://schemas.openxmlformats.org/drawingml/2006/main">
            <a:off x="666750" y="5238750"/>
            <a:ext cx="714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 dense upper region; gas pores remain.</a:t>
            </a:r>
          </a:p>
        </p:txBody>
      </p:sp>
      <p:sp>
        <p:nvSpPr>
          <p:cNvPr id="69" name="">
            <a:extLst xmlns:a="http://schemas.openxmlformats.org/drawingml/2006/main">
              <a:ext uri="{FF2B5EF4-FFF2-40B4-BE49-F238E27FC236}">
                <a16:creationId xmlns:a16="http://schemas.microsoft.com/office/drawing/2014/main" id="{CD65D897-7FAB-412C-B697-FBB6931E3386}"/>
              </a:ext>
            </a:extLst>
          </p:cNvPr>
          <p:cNvSpPr>
            <a:spLocks xmlns:a="http://schemas.openxmlformats.org/drawingml/2006/main" noGrp="1"/>
          </p:cNvSpPr>
          <p:nvPr/>
        </p:nvSpPr>
        <p:spPr>
          <a:xfrm xmlns:a="http://schemas.openxmlformats.org/drawingml/2006/main">
            <a:off x="8677275" y="14668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Depth · 900 W</a:t>
            </a:r>
          </a:p>
        </p:txBody>
      </p:sp>
      <p:sp>
        <p:nvSpPr>
          <p:cNvPr id="70" name="">
            <a:extLst xmlns:a="http://schemas.openxmlformats.org/drawingml/2006/main">
              <a:ext uri="{FF2B5EF4-FFF2-40B4-BE49-F238E27FC236}">
                <a16:creationId xmlns:a16="http://schemas.microsoft.com/office/drawing/2014/main" id="{5FAF553F-BBBD-4A4C-BD76-C8F6DC3AF073}"/>
              </a:ext>
            </a:extLst>
          </p:cNvPr>
          <p:cNvSpPr>
            <a:spLocks xmlns:a="http://schemas.openxmlformats.org/drawingml/2006/main" noGrp="1"/>
          </p:cNvSpPr>
          <p:nvPr/>
        </p:nvSpPr>
        <p:spPr>
          <a:xfrm xmlns:a="http://schemas.openxmlformats.org/drawingml/2006/main">
            <a:off x="8677275" y="20193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 240 µm</a:t>
            </a:r>
          </a:p>
        </p:txBody>
      </p:sp>
      <p:sp>
        <p:nvSpPr>
          <p:cNvPr id="71" name="">
            <a:extLst xmlns:a="http://schemas.openxmlformats.org/drawingml/2006/main">
              <a:ext uri="{FF2B5EF4-FFF2-40B4-BE49-F238E27FC236}">
                <a16:creationId xmlns:a16="http://schemas.microsoft.com/office/drawing/2014/main" id="{9F782A39-859E-42C6-80FC-AA9844C088D5}"/>
              </a:ext>
            </a:extLst>
          </p:cNvPr>
          <p:cNvSpPr>
            <a:spLocks xmlns:a="http://schemas.openxmlformats.org/drawingml/2006/main" noGrp="1"/>
          </p:cNvSpPr>
          <p:nvPr/>
        </p:nvSpPr>
        <p:spPr>
          <a:xfrm xmlns:a="http://schemas.openxmlformats.org/drawingml/2006/main">
            <a:off x="8677275" y="296227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Porosity · local</a:t>
            </a:r>
          </a:p>
        </p:txBody>
      </p:sp>
      <p:sp>
        <p:nvSpPr>
          <p:cNvPr id="72" name="">
            <a:extLst xmlns:a="http://schemas.openxmlformats.org/drawingml/2006/main">
              <a:ext uri="{FF2B5EF4-FFF2-40B4-BE49-F238E27FC236}">
                <a16:creationId xmlns:a16="http://schemas.microsoft.com/office/drawing/2014/main" id="{5ED096B3-CBAE-4F05-AD1D-4E7B0923F3FE}"/>
              </a:ext>
            </a:extLst>
          </p:cNvPr>
          <p:cNvSpPr>
            <a:spLocks xmlns:a="http://schemas.openxmlformats.org/drawingml/2006/main" noGrp="1"/>
          </p:cNvSpPr>
          <p:nvPr/>
        </p:nvSpPr>
        <p:spPr>
          <a:xfrm xmlns:a="http://schemas.openxmlformats.org/drawingml/2006/main">
            <a:off x="8677275" y="35147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3.52% → 0.36%</a:t>
            </a:r>
          </a:p>
        </p:txBody>
      </p:sp>
      <p:sp>
        <p:nvSpPr>
          <p:cNvPr id="73" name="">
            <a:extLst xmlns:a="http://schemas.openxmlformats.org/drawingml/2006/main">
              <a:ext uri="{FF2B5EF4-FFF2-40B4-BE49-F238E27FC236}">
                <a16:creationId xmlns:a16="http://schemas.microsoft.com/office/drawing/2014/main" id="{686D3B12-E6FF-424D-8098-BA8D676509D0}"/>
              </a:ext>
            </a:extLst>
          </p:cNvPr>
          <p:cNvSpPr>
            <a:spLocks xmlns:a="http://schemas.openxmlformats.org/drawingml/2006/main" noGrp="1"/>
          </p:cNvSpPr>
          <p:nvPr/>
        </p:nvSpPr>
        <p:spPr>
          <a:xfrm xmlns:a="http://schemas.openxmlformats.org/drawingml/2006/main">
            <a:off x="8677275" y="44577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Peak hardness</a:t>
            </a:r>
          </a:p>
        </p:txBody>
      </p:sp>
      <p:sp>
        <p:nvSpPr>
          <p:cNvPr id="74" name="">
            <a:extLst xmlns:a="http://schemas.openxmlformats.org/drawingml/2006/main">
              <a:ext uri="{FF2B5EF4-FFF2-40B4-BE49-F238E27FC236}">
                <a16:creationId xmlns:a16="http://schemas.microsoft.com/office/drawing/2014/main" id="{6BA29D7B-3537-4BF7-BF52-7B0E7AF8D4E9}"/>
              </a:ext>
            </a:extLst>
          </p:cNvPr>
          <p:cNvSpPr>
            <a:spLocks xmlns:a="http://schemas.openxmlformats.org/drawingml/2006/main" noGrp="1"/>
          </p:cNvSpPr>
          <p:nvPr/>
        </p:nvSpPr>
        <p:spPr>
          <a:xfrm xmlns:a="http://schemas.openxmlformats.org/drawingml/2006/main">
            <a:off x="8677275" y="50101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23.46 GPa</a:t>
            </a:r>
          </a:p>
        </p:txBody>
      </p:sp>
      <p:pic>
        <p:nvPicPr>
          <p:cNvPr id="75" name="">
            <a:extLst xmlns:a="http://schemas.openxmlformats.org/drawingml/2006/main">
              <a:ext uri="{FF2B5EF4-FFF2-40B4-BE49-F238E27FC236}">
                <a16:creationId xmlns:a16="http://schemas.microsoft.com/office/drawing/2014/main" id="{79BC5C28-ACF0-4340-93C1-85607AFC77A9}"/>
              </a:ext>
            </a:extLst>
          </p:cNvPr>
          <p:cNvPicPr>
            <a:picLocks xmlns:a="http://schemas.openxmlformats.org/drawingml/2006/main" noChangeAspect="1"/>
          </p:cNvPicPr>
          <p:nvPr/>
        </p:nvPicPr>
        <p:blipFill>
          <a:blip xmlns:r="http://schemas.openxmlformats.org/officeDocument/2006/relationships" xmlns:a="http://schemas.openxmlformats.org/drawingml/2006/main" r:embed="R767894c11aac4f11">
            <a:extLst>
              <a:ext uri="{96DAC541-7B7A-43D3-8B79-37D633B846F1}">
                <asvg:svgBlip xmlns:asvg="http://schemas.microsoft.com/office/drawing/2016/SVG/main" r:embed="R324b5d7cec8246f8"/>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79591217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8487BD3-DF53-4BFD-A474-DBE8548DEDDB}"/>
              </a:ext>
            </a:extLst>
          </p:cNvPr>
          <p:cNvSpPr>
            <a:spLocks xmlns:a="http://schemas.openxmlformats.org/drawingml/2006/main" noGrp="1"/>
          </p:cNvSpPr>
          <p:nvPr>
            <p:ph type="title" idx="0"/>
          </p:nvPr>
        </p:nvSpPr>
        <p:spPr>
          <a:xfrm xmlns:a="http://schemas.openxmlformats.org/drawingml/2006/main">
            <a:off x="666750" y="3759835"/>
            <a:ext cx="10858500" cy="717550"/>
          </a:xfrm>
        </p:spPr>
        <p:txBody>
          <a:bodyPr xmlns:a="http://schemas.openxmlformats.org/drawingml/2006/main" lIns="0" tIns="0" rIns="0" bIns="0">
            <a:noAutofit/>
          </a:bodyPr>
          <a:lstStyle xmlns:a="http://schemas.openxmlformats.org/drawingml/2006/main">
            <a:defPPr algn="ctr">
              <a:defRPr sz="5400" b="1">
                <a:solidFill>
                  <a:srgbClr val="000000"/>
                </a:solidFill>
                <a:latin typeface="Times New Roman"/>
                <a:ea typeface="Times New Roman"/>
                <a:cs typeface="Times New Roman"/>
              </a:defRPr>
            </a:defPPr>
          </a:lstStyle>
          <a:p xmlns:a="http://schemas.openxmlformats.org/drawingml/2006/main">
            <a:pPr algn="ctr">
              <a:buNone/>
              <a:defRPr sz="5400" b="1">
                <a:solidFill>
                  <a:srgbClr val="000000"/>
                </a:solidFill>
                <a:latin typeface="Times New Roman"/>
                <a:ea typeface="Times New Roman"/>
                <a:cs typeface="Times New Roman"/>
              </a:defRPr>
            </a:pPr>
            <a:r>
              <a:rPr sz="5400" b="1">
                <a:solidFill>
                  <a:srgbClr val="000000"/>
                </a:solidFill>
                <a:latin typeface="Times New Roman"/>
                <a:ea typeface="Times New Roman"/>
                <a:cs typeface="Times New Roman"/>
              </a:rPr>
              <a:t>Our Precoat + LSM Proposal</a:t>
            </a:r>
          </a:p>
        </p:txBody>
      </p:sp>
      <p:sp>
        <p:nvSpPr>
          <p:cNvPr id="14" name="任意多边形: 形状 13">
            <a:extLst xmlns:a="http://schemas.openxmlformats.org/drawingml/2006/main">
              <a:ext uri="{FF2B5EF4-FFF2-40B4-BE49-F238E27FC236}">
                <a16:creationId xmlns:a16="http://schemas.microsoft.com/office/drawing/2014/main" id="{70028FF0-90F3-4DBF-A398-49876D8560C3}"/>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BAA7F36A-C71E-4B43-9A10-599D0AEC4D5F}"/>
              </a:ext>
            </a:extLst>
          </p:cNvPr>
          <p:cNvSpPr>
            <a:spLocks xmlns:a="http://schemas.openxmlformats.org/drawingml/2006/main" noGrp="1"/>
          </p:cNvSpPr>
          <p:nvPr/>
        </p:nvSpPr>
        <p:spPr>
          <a:xfrm xmlns:a="http://schemas.openxmlformats.org/drawingml/2006/main">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E8153BD2-9D3D-4448-86E8-4ED1B0398777}"/>
              </a:ext>
            </a:extLst>
          </p:cNvPr>
          <p:cNvSpPr>
            <a:spLocks xmlns:a="http://schemas.openxmlformats.org/drawingml/2006/main" noGrp="1"/>
          </p:cNvSpPr>
          <p:nvPr/>
        </p:nvSpPr>
        <p:spPr>
          <a:xfrm xmlns:a="http://schemas.openxmlformats.org/drawingml/2006/main">
            <a:off x="5727065" y="1416685"/>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3</a:t>
            </a:r>
          </a:p>
        </p:txBody>
      </p:sp>
      <p:sp>
        <p:nvSpPr>
          <p:cNvPr id="12" name="任意多边形: 形状 16">
            <a:extLst xmlns:a="http://schemas.openxmlformats.org/drawingml/2006/main">
              <a:ext uri="{FF2B5EF4-FFF2-40B4-BE49-F238E27FC236}">
                <a16:creationId xmlns:a16="http://schemas.microsoft.com/office/drawing/2014/main" id="{FD52ED35-85F0-46AB-88A2-1A63DDE54A2D}"/>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183703621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26539DA2-4113-439B-BD85-7915D00F29B4}"/>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73FC7DD8-0361-47A7-B191-0539CDE03C8A}"/>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3486C3B5-8A88-433F-94F6-4CFA37091C4B}"/>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III · Lessons and open question</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380D2AAC-1C9F-4E65-83C5-444BE3475EB6}"/>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8A3403A0-AC50-4350-AAB4-444DD264D400}"/>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239D7B15-C26C-4467-8D2A-5E9E28BF5DF7}"/>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(2011); Yang (2026); Sun (2026). Full references in notes.</a:t>
            </a:r>
          </a:p>
        </p:txBody>
      </p:sp>
      <p:sp>
        <p:nvSpPr>
          <p:cNvPr id="62" name="">
            <a:extLst xmlns:a="http://schemas.openxmlformats.org/drawingml/2006/main">
              <a:ext uri="{FF2B5EF4-FFF2-40B4-BE49-F238E27FC236}">
                <a16:creationId xmlns:a16="http://schemas.microsoft.com/office/drawing/2014/main" id="{64C1E9BF-EFE6-4A81-811D-0BC44014B121}"/>
              </a:ext>
            </a:extLst>
          </p:cNvPr>
          <p:cNvSpPr>
            <a:spLocks xmlns:a="http://schemas.openxmlformats.org/drawingml/2006/main" noGrp="1"/>
          </p:cNvSpPr>
          <p:nvPr/>
        </p:nvSpPr>
        <p:spPr>
          <a:xfrm xmlns:a="http://schemas.openxmlformats.org/drawingml/2006/main">
            <a:off x="428625" y="1162050"/>
            <a:ext cx="3638550" cy="2381250"/>
          </a:xfrm>
          <a:prstGeom xmlns:a="http://schemas.openxmlformats.org/drawingml/2006/main" prst="roundRect">
            <a:avLst>
              <a:gd name="adj" fmla="val 14400"/>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2F775FE2-9C97-46C8-8241-83FD7160EBD7}"/>
              </a:ext>
            </a:extLst>
          </p:cNvPr>
          <p:cNvSpPr>
            <a:spLocks xmlns:a="http://schemas.openxmlformats.org/drawingml/2006/main" noGrp="1"/>
          </p:cNvSpPr>
          <p:nvPr/>
        </p:nvSpPr>
        <p:spPr>
          <a:xfrm xmlns:a="http://schemas.openxmlformats.org/drawingml/2006/main">
            <a:off x="4276725" y="1162050"/>
            <a:ext cx="3638550" cy="2381250"/>
          </a:xfrm>
          <a:prstGeom xmlns:a="http://schemas.openxmlformats.org/drawingml/2006/main" prst="roundRect">
            <a:avLst>
              <a:gd name="adj" fmla="val 14400"/>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83C102AA-E2C3-4C9B-A1AB-7493513638EF}"/>
              </a:ext>
            </a:extLst>
          </p:cNvPr>
          <p:cNvSpPr>
            <a:spLocks xmlns:a="http://schemas.openxmlformats.org/drawingml/2006/main" noGrp="1"/>
          </p:cNvSpPr>
          <p:nvPr/>
        </p:nvSpPr>
        <p:spPr>
          <a:xfrm xmlns:a="http://schemas.openxmlformats.org/drawingml/2006/main">
            <a:off x="8124825" y="1162050"/>
            <a:ext cx="3638550" cy="2381250"/>
          </a:xfrm>
          <a:prstGeom xmlns:a="http://schemas.openxmlformats.org/drawingml/2006/main" prst="roundRect">
            <a:avLst>
              <a:gd name="adj" fmla="val 14400"/>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A7F9C88D-4037-47BA-AAFD-55F6F3B35C05}"/>
              </a:ext>
            </a:extLst>
          </p:cNvPr>
          <p:cNvSpPr>
            <a:spLocks xmlns:a="http://schemas.openxmlformats.org/drawingml/2006/main" noGrp="1"/>
          </p:cNvSpPr>
          <p:nvPr/>
        </p:nvSpPr>
        <p:spPr>
          <a:xfrm xmlns:a="http://schemas.openxmlformats.org/drawingml/2006/main">
            <a:off x="638175" y="1381125"/>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Sol + laser</a:t>
            </a:r>
          </a:p>
        </p:txBody>
      </p:sp>
      <p:sp>
        <p:nvSpPr>
          <p:cNvPr id="66" name="">
            <a:extLst xmlns:a="http://schemas.openxmlformats.org/drawingml/2006/main">
              <a:ext uri="{FF2B5EF4-FFF2-40B4-BE49-F238E27FC236}">
                <a16:creationId xmlns:a16="http://schemas.microsoft.com/office/drawing/2014/main" id="{DEF31F02-C679-4C21-8F2F-759AC79CCAAD}"/>
              </a:ext>
            </a:extLst>
          </p:cNvPr>
          <p:cNvSpPr>
            <a:spLocks xmlns:a="http://schemas.openxmlformats.org/drawingml/2006/main" noGrp="1"/>
          </p:cNvSpPr>
          <p:nvPr/>
        </p:nvSpPr>
        <p:spPr>
          <a:xfrm xmlns:a="http://schemas.openxmlformats.org/drawingml/2006/main">
            <a:off x="1095375" y="2343150"/>
            <a:ext cx="2286000" cy="35242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231E9EF6-0F53-4A49-B99D-FFC4646DD811}"/>
              </a:ext>
            </a:extLst>
          </p:cNvPr>
          <p:cNvSpPr>
            <a:spLocks xmlns:a="http://schemas.openxmlformats.org/drawingml/2006/main" noGrp="1"/>
          </p:cNvSpPr>
          <p:nvPr/>
        </p:nvSpPr>
        <p:spPr>
          <a:xfrm xmlns:a="http://schemas.openxmlformats.org/drawingml/2006/main">
            <a:off x="1095375" y="2200275"/>
            <a:ext cx="2286000" cy="14287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8" name="">
            <a:extLst xmlns:a="http://schemas.openxmlformats.org/drawingml/2006/main">
              <a:ext uri="{FF2B5EF4-FFF2-40B4-BE49-F238E27FC236}">
                <a16:creationId xmlns:a16="http://schemas.microsoft.com/office/drawing/2014/main" id="{0D60C450-0B20-4A6D-BAAD-4830307ED863}"/>
              </a:ext>
            </a:extLst>
          </p:cNvPr>
          <p:cNvSpPr>
            <a:spLocks xmlns:a="http://schemas.openxmlformats.org/drawingml/2006/main" noGrp="1"/>
          </p:cNvSpPr>
          <p:nvPr/>
        </p:nvSpPr>
        <p:spPr>
          <a:xfrm xmlns:a="http://schemas.openxmlformats.org/drawingml/2006/main">
            <a:off x="2057400" y="1885950"/>
            <a:ext cx="333375" cy="361950"/>
          </a:xfrm>
          <a:custGeom xmlns:a="http://schemas.openxmlformats.org/drawingml/2006/main">
            <a:pathLst>
              <a:path w="333375" h="361950">
                <a:moveTo>
                  <a:pt x="114300" y="0"/>
                </a:moveTo>
                <a:lnTo>
                  <a:pt x="219075" y="0"/>
                </a:lnTo>
                <a:lnTo>
                  <a:pt x="333375" y="361950"/>
                </a:lnTo>
                <a:lnTo>
                  <a:pt x="0" y="361950"/>
                </a:lnTo>
                <a:close/>
              </a:path>
            </a:pathLst>
          </a:custGeom>
          <a:solidFill xmlns:a="http://schemas.openxmlformats.org/drawingml/2006/main">
            <a:srgbClr val="F7BAA7"/>
          </a:solidFill>
          <a:ln xmlns:a="http://schemas.openxmlformats.org/drawingml/2006/main" w="9525">
            <a:noFill/>
          </a:ln>
        </p:spPr>
      </p:sp>
      <p:sp>
        <p:nvSpPr>
          <p:cNvPr id="69" name="">
            <a:extLst xmlns:a="http://schemas.openxmlformats.org/drawingml/2006/main">
              <a:ext uri="{FF2B5EF4-FFF2-40B4-BE49-F238E27FC236}">
                <a16:creationId xmlns:a16="http://schemas.microsoft.com/office/drawing/2014/main" id="{6135A7B3-9A21-4A1F-A58E-E1F4D233AB79}"/>
              </a:ext>
            </a:extLst>
          </p:cNvPr>
          <p:cNvSpPr>
            <a:spLocks xmlns:a="http://schemas.openxmlformats.org/drawingml/2006/main" noGrp="1"/>
          </p:cNvSpPr>
          <p:nvPr/>
        </p:nvSpPr>
        <p:spPr>
          <a:xfrm xmlns:a="http://schemas.openxmlformats.org/drawingml/2006/main">
            <a:off x="638175" y="29432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Convert the oxide binder.</a:t>
            </a:r>
          </a:p>
        </p:txBody>
      </p:sp>
      <p:sp>
        <p:nvSpPr>
          <p:cNvPr id="70" name="">
            <a:extLst xmlns:a="http://schemas.openxmlformats.org/drawingml/2006/main">
              <a:ext uri="{FF2B5EF4-FFF2-40B4-BE49-F238E27FC236}">
                <a16:creationId xmlns:a16="http://schemas.microsoft.com/office/drawing/2014/main" id="{76771F66-5B41-497B-8FBA-7C2878D7318A}"/>
              </a:ext>
            </a:extLst>
          </p:cNvPr>
          <p:cNvSpPr>
            <a:spLocks xmlns:a="http://schemas.openxmlformats.org/drawingml/2006/main" noGrp="1"/>
          </p:cNvSpPr>
          <p:nvPr/>
        </p:nvSpPr>
        <p:spPr>
          <a:xfrm xmlns:a="http://schemas.openxmlformats.org/drawingml/2006/main">
            <a:off x="4486275" y="13811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baseline="0"/>
              <a:t>Al</a:t>
            </a:r>
            <a:r>
              <a:rPr baseline="-25000"/>
              <a:t>2</a:t>
            </a:r>
            <a:r>
              <a:rPr baseline="0"/>
              <a:t>O</a:t>
            </a:r>
            <a:r>
              <a:rPr baseline="-25000"/>
              <a:t>3</a:t>
            </a:r>
            <a:r>
              <a:rPr baseline="0"/>
              <a:t>–YAG + laser</a:t>
            </a:r>
          </a:p>
        </p:txBody>
      </p:sp>
      <p:sp>
        <p:nvSpPr>
          <p:cNvPr id="71" name="">
            <a:extLst xmlns:a="http://schemas.openxmlformats.org/drawingml/2006/main">
              <a:ext uri="{FF2B5EF4-FFF2-40B4-BE49-F238E27FC236}">
                <a16:creationId xmlns:a16="http://schemas.microsoft.com/office/drawing/2014/main" id="{29AAD3CF-7ABB-455E-B10D-19E4B1078A04}"/>
              </a:ext>
            </a:extLst>
          </p:cNvPr>
          <p:cNvSpPr>
            <a:spLocks xmlns:a="http://schemas.openxmlformats.org/drawingml/2006/main" noGrp="1"/>
          </p:cNvSpPr>
          <p:nvPr/>
        </p:nvSpPr>
        <p:spPr>
          <a:xfrm xmlns:a="http://schemas.openxmlformats.org/drawingml/2006/main">
            <a:off x="4943475" y="2085975"/>
            <a:ext cx="2286000" cy="609600"/>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749725BF-3C1F-4720-9BCE-BE6F8417B93D}"/>
              </a:ext>
            </a:extLst>
          </p:cNvPr>
          <p:cNvSpPr>
            <a:spLocks xmlns:a="http://schemas.openxmlformats.org/drawingml/2006/main" noGrp="1"/>
          </p:cNvSpPr>
          <p:nvPr/>
        </p:nvSpPr>
        <p:spPr>
          <a:xfrm xmlns:a="http://schemas.openxmlformats.org/drawingml/2006/main">
            <a:off x="5019675" y="2162175"/>
            <a:ext cx="2133600" cy="209550"/>
          </a:xfrm>
          <a:custGeom xmlns:a="http://schemas.openxmlformats.org/drawingml/2006/main">
            <a:pathLst>
              <a:path w="2133600" h="209550">
                <a:moveTo>
                  <a:pt x="0" y="95250"/>
                </a:moveTo>
                <a:lnTo>
                  <a:pt x="342900" y="0"/>
                </a:lnTo>
                <a:lnTo>
                  <a:pt x="685800" y="190500"/>
                </a:lnTo>
                <a:lnTo>
                  <a:pt x="1028700" y="28575"/>
                </a:lnTo>
                <a:lnTo>
                  <a:pt x="1371600" y="171450"/>
                </a:lnTo>
                <a:lnTo>
                  <a:pt x="1714500" y="0"/>
                </a:lnTo>
                <a:lnTo>
                  <a:pt x="2133600" y="123825"/>
                </a:lnTo>
              </a:path>
            </a:pathLst>
          </a:custGeom>
          <a:noFill xmlns:a="http://schemas.openxmlformats.org/drawingml/2006/main"/>
          <a:ln xmlns:a="http://schemas.openxmlformats.org/drawingml/2006/main" w="28575">
            <a:solidFill>
              <a:srgbClr val="E4BB4E"/>
            </a:solidFill>
          </a:ln>
        </p:spPr>
      </p:sp>
      <p:sp>
        <p:nvSpPr>
          <p:cNvPr id="73" name="">
            <a:extLst xmlns:a="http://schemas.openxmlformats.org/drawingml/2006/main">
              <a:ext uri="{FF2B5EF4-FFF2-40B4-BE49-F238E27FC236}">
                <a16:creationId xmlns:a16="http://schemas.microsoft.com/office/drawing/2014/main" id="{701FEEF3-72CB-470A-BEC6-5CF67C6D9101}"/>
              </a:ext>
            </a:extLst>
          </p:cNvPr>
          <p:cNvSpPr>
            <a:spLocks xmlns:a="http://schemas.openxmlformats.org/drawingml/2006/main" noGrp="1"/>
          </p:cNvSpPr>
          <p:nvPr/>
        </p:nvSpPr>
        <p:spPr>
          <a:xfrm xmlns:a="http://schemas.openxmlformats.org/drawingml/2006/main">
            <a:off x="5019675" y="2314575"/>
            <a:ext cx="2133600" cy="209550"/>
          </a:xfrm>
          <a:custGeom xmlns:a="http://schemas.openxmlformats.org/drawingml/2006/main">
            <a:pathLst>
              <a:path w="2133600" h="209550">
                <a:moveTo>
                  <a:pt x="0" y="95250"/>
                </a:moveTo>
                <a:lnTo>
                  <a:pt x="342900" y="0"/>
                </a:lnTo>
                <a:lnTo>
                  <a:pt x="685800" y="190500"/>
                </a:lnTo>
                <a:lnTo>
                  <a:pt x="1028700" y="28575"/>
                </a:lnTo>
                <a:lnTo>
                  <a:pt x="1371600" y="171450"/>
                </a:lnTo>
                <a:lnTo>
                  <a:pt x="1714500" y="0"/>
                </a:lnTo>
                <a:lnTo>
                  <a:pt x="2133600" y="123825"/>
                </a:lnTo>
              </a:path>
            </a:pathLst>
          </a:custGeom>
          <a:noFill xmlns:a="http://schemas.openxmlformats.org/drawingml/2006/main"/>
          <a:ln xmlns:a="http://schemas.openxmlformats.org/drawingml/2006/main" w="28575">
            <a:solidFill>
              <a:srgbClr val="E4BB4E"/>
            </a:solidFill>
          </a:ln>
        </p:spPr>
      </p:sp>
      <p:sp>
        <p:nvSpPr>
          <p:cNvPr id="74" name="">
            <a:extLst xmlns:a="http://schemas.openxmlformats.org/drawingml/2006/main">
              <a:ext uri="{FF2B5EF4-FFF2-40B4-BE49-F238E27FC236}">
                <a16:creationId xmlns:a16="http://schemas.microsoft.com/office/drawing/2014/main" id="{18DF2188-FB32-4AA4-9401-B22EAA45E108}"/>
              </a:ext>
            </a:extLst>
          </p:cNvPr>
          <p:cNvSpPr>
            <a:spLocks xmlns:a="http://schemas.openxmlformats.org/drawingml/2006/main" noGrp="1"/>
          </p:cNvSpPr>
          <p:nvPr/>
        </p:nvSpPr>
        <p:spPr>
          <a:xfrm xmlns:a="http://schemas.openxmlformats.org/drawingml/2006/main">
            <a:off x="5019675" y="2466975"/>
            <a:ext cx="2133600" cy="209550"/>
          </a:xfrm>
          <a:custGeom xmlns:a="http://schemas.openxmlformats.org/drawingml/2006/main">
            <a:pathLst>
              <a:path w="2133600" h="209550">
                <a:moveTo>
                  <a:pt x="0" y="95250"/>
                </a:moveTo>
                <a:lnTo>
                  <a:pt x="342900" y="0"/>
                </a:lnTo>
                <a:lnTo>
                  <a:pt x="685800" y="190500"/>
                </a:lnTo>
                <a:lnTo>
                  <a:pt x="1028700" y="28575"/>
                </a:lnTo>
                <a:lnTo>
                  <a:pt x="1371600" y="171450"/>
                </a:lnTo>
                <a:lnTo>
                  <a:pt x="1714500" y="0"/>
                </a:lnTo>
                <a:lnTo>
                  <a:pt x="2133600" y="123825"/>
                </a:lnTo>
              </a:path>
            </a:pathLst>
          </a:custGeom>
          <a:noFill xmlns:a="http://schemas.openxmlformats.org/drawingml/2006/main"/>
          <a:ln xmlns:a="http://schemas.openxmlformats.org/drawingml/2006/main" w="28575">
            <a:solidFill>
              <a:srgbClr val="E4BB4E"/>
            </a:solidFill>
          </a:ln>
        </p:spPr>
      </p:sp>
      <p:sp>
        <p:nvSpPr>
          <p:cNvPr id="75" name="">
            <a:extLst xmlns:a="http://schemas.openxmlformats.org/drawingml/2006/main">
              <a:ext uri="{FF2B5EF4-FFF2-40B4-BE49-F238E27FC236}">
                <a16:creationId xmlns:a16="http://schemas.microsoft.com/office/drawing/2014/main" id="{A454E127-8AF6-4523-9E52-187130C52967}"/>
              </a:ext>
            </a:extLst>
          </p:cNvPr>
          <p:cNvSpPr>
            <a:spLocks xmlns:a="http://schemas.openxmlformats.org/drawingml/2006/main" noGrp="1"/>
          </p:cNvSpPr>
          <p:nvPr/>
        </p:nvSpPr>
        <p:spPr>
          <a:xfrm xmlns:a="http://schemas.openxmlformats.org/drawingml/2006/main">
            <a:off x="518160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76" name="">
            <a:extLst xmlns:a="http://schemas.openxmlformats.org/drawingml/2006/main">
              <a:ext uri="{FF2B5EF4-FFF2-40B4-BE49-F238E27FC236}">
                <a16:creationId xmlns:a16="http://schemas.microsoft.com/office/drawing/2014/main" id="{2DE259F2-D924-4D0F-A6C9-30DEA6907291}"/>
              </a:ext>
            </a:extLst>
          </p:cNvPr>
          <p:cNvSpPr>
            <a:spLocks xmlns:a="http://schemas.openxmlformats.org/drawingml/2006/main" noGrp="1"/>
          </p:cNvSpPr>
          <p:nvPr/>
        </p:nvSpPr>
        <p:spPr>
          <a:xfrm xmlns:a="http://schemas.openxmlformats.org/drawingml/2006/main">
            <a:off x="554355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77" name="">
            <a:extLst xmlns:a="http://schemas.openxmlformats.org/drawingml/2006/main">
              <a:ext uri="{FF2B5EF4-FFF2-40B4-BE49-F238E27FC236}">
                <a16:creationId xmlns:a16="http://schemas.microsoft.com/office/drawing/2014/main" id="{BE8B64F1-9163-4493-863A-D17C817D1DF8}"/>
              </a:ext>
            </a:extLst>
          </p:cNvPr>
          <p:cNvSpPr>
            <a:spLocks xmlns:a="http://schemas.openxmlformats.org/drawingml/2006/main" noGrp="1"/>
          </p:cNvSpPr>
          <p:nvPr/>
        </p:nvSpPr>
        <p:spPr>
          <a:xfrm xmlns:a="http://schemas.openxmlformats.org/drawingml/2006/main">
            <a:off x="590550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78" name="">
            <a:extLst xmlns:a="http://schemas.openxmlformats.org/drawingml/2006/main">
              <a:ext uri="{FF2B5EF4-FFF2-40B4-BE49-F238E27FC236}">
                <a16:creationId xmlns:a16="http://schemas.microsoft.com/office/drawing/2014/main" id="{62CA8B56-2E73-49A3-A6ED-81DF7778DD55}"/>
              </a:ext>
            </a:extLst>
          </p:cNvPr>
          <p:cNvSpPr>
            <a:spLocks xmlns:a="http://schemas.openxmlformats.org/drawingml/2006/main" noGrp="1"/>
          </p:cNvSpPr>
          <p:nvPr/>
        </p:nvSpPr>
        <p:spPr>
          <a:xfrm xmlns:a="http://schemas.openxmlformats.org/drawingml/2006/main">
            <a:off x="626745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79" name="">
            <a:extLst xmlns:a="http://schemas.openxmlformats.org/drawingml/2006/main">
              <a:ext uri="{FF2B5EF4-FFF2-40B4-BE49-F238E27FC236}">
                <a16:creationId xmlns:a16="http://schemas.microsoft.com/office/drawing/2014/main" id="{337F5400-085E-4B40-8535-180F44660FA4}"/>
              </a:ext>
            </a:extLst>
          </p:cNvPr>
          <p:cNvSpPr>
            <a:spLocks xmlns:a="http://schemas.openxmlformats.org/drawingml/2006/main" noGrp="1"/>
          </p:cNvSpPr>
          <p:nvPr/>
        </p:nvSpPr>
        <p:spPr>
          <a:xfrm xmlns:a="http://schemas.openxmlformats.org/drawingml/2006/main">
            <a:off x="662940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80" name="">
            <a:extLst xmlns:a="http://schemas.openxmlformats.org/drawingml/2006/main">
              <a:ext uri="{FF2B5EF4-FFF2-40B4-BE49-F238E27FC236}">
                <a16:creationId xmlns:a16="http://schemas.microsoft.com/office/drawing/2014/main" id="{CD91D0C1-1F9E-446A-A747-E8F189BF10CA}"/>
              </a:ext>
            </a:extLst>
          </p:cNvPr>
          <p:cNvSpPr>
            <a:spLocks xmlns:a="http://schemas.openxmlformats.org/drawingml/2006/main" noGrp="1"/>
          </p:cNvSpPr>
          <p:nvPr/>
        </p:nvSpPr>
        <p:spPr>
          <a:xfrm xmlns:a="http://schemas.openxmlformats.org/drawingml/2006/main">
            <a:off x="4486275" y="29432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Control depth and porosity.</a:t>
            </a:r>
          </a:p>
        </p:txBody>
      </p:sp>
      <p:sp>
        <p:nvSpPr>
          <p:cNvPr id="81" name="">
            <a:extLst xmlns:a="http://schemas.openxmlformats.org/drawingml/2006/main">
              <a:ext uri="{FF2B5EF4-FFF2-40B4-BE49-F238E27FC236}">
                <a16:creationId xmlns:a16="http://schemas.microsoft.com/office/drawing/2014/main" id="{4462071D-1EC4-4D62-8784-6FAC9934B675}"/>
              </a:ext>
            </a:extLst>
          </p:cNvPr>
          <p:cNvSpPr>
            <a:spLocks xmlns:a="http://schemas.openxmlformats.org/drawingml/2006/main" noGrp="1"/>
          </p:cNvSpPr>
          <p:nvPr/>
        </p:nvSpPr>
        <p:spPr>
          <a:xfrm xmlns:a="http://schemas.openxmlformats.org/drawingml/2006/main">
            <a:off x="8334375" y="13811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CoNiCrAlY + LSM</a:t>
            </a:r>
          </a:p>
        </p:txBody>
      </p:sp>
      <p:sp>
        <p:nvSpPr>
          <p:cNvPr id="82" name="">
            <a:extLst xmlns:a="http://schemas.openxmlformats.org/drawingml/2006/main">
              <a:ext uri="{FF2B5EF4-FFF2-40B4-BE49-F238E27FC236}">
                <a16:creationId xmlns:a16="http://schemas.microsoft.com/office/drawing/2014/main" id="{7D4581CD-F8E4-47F5-A820-31924138B5EA}"/>
              </a:ext>
            </a:extLst>
          </p:cNvPr>
          <p:cNvSpPr>
            <a:spLocks xmlns:a="http://schemas.openxmlformats.org/drawingml/2006/main" noGrp="1"/>
          </p:cNvSpPr>
          <p:nvPr/>
        </p:nvSpPr>
        <p:spPr>
          <a:xfrm xmlns:a="http://schemas.openxmlformats.org/drawingml/2006/main">
            <a:off x="8791575" y="2343150"/>
            <a:ext cx="2286000" cy="35242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6204B083-C4B0-427B-A683-BC21290A6BFE}"/>
              </a:ext>
            </a:extLst>
          </p:cNvPr>
          <p:cNvSpPr>
            <a:spLocks xmlns:a="http://schemas.openxmlformats.org/drawingml/2006/main" noGrp="1"/>
          </p:cNvSpPr>
          <p:nvPr/>
        </p:nvSpPr>
        <p:spPr>
          <a:xfrm xmlns:a="http://schemas.openxmlformats.org/drawingml/2006/main">
            <a:off x="8791575" y="2228850"/>
            <a:ext cx="2286000" cy="114300"/>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2B156141-68D5-48E1-8398-71359372B40B}"/>
              </a:ext>
            </a:extLst>
          </p:cNvPr>
          <p:cNvSpPr>
            <a:spLocks xmlns:a="http://schemas.openxmlformats.org/drawingml/2006/main" noGrp="1"/>
          </p:cNvSpPr>
          <p:nvPr/>
        </p:nvSpPr>
        <p:spPr>
          <a:xfrm xmlns:a="http://schemas.openxmlformats.org/drawingml/2006/main">
            <a:off x="889158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C685BCCD-E6C6-4989-9EE1-803BE1473D2B}"/>
              </a:ext>
            </a:extLst>
          </p:cNvPr>
          <p:cNvSpPr>
            <a:spLocks xmlns:a="http://schemas.openxmlformats.org/drawingml/2006/main" noGrp="1"/>
          </p:cNvSpPr>
          <p:nvPr/>
        </p:nvSpPr>
        <p:spPr>
          <a:xfrm xmlns:a="http://schemas.openxmlformats.org/drawingml/2006/main">
            <a:off x="933926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C8A7599B-9E4C-4C00-A683-D4A9778A18B0}"/>
              </a:ext>
            </a:extLst>
          </p:cNvPr>
          <p:cNvSpPr>
            <a:spLocks xmlns:a="http://schemas.openxmlformats.org/drawingml/2006/main" noGrp="1"/>
          </p:cNvSpPr>
          <p:nvPr/>
        </p:nvSpPr>
        <p:spPr>
          <a:xfrm xmlns:a="http://schemas.openxmlformats.org/drawingml/2006/main">
            <a:off x="978693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59D918B2-4972-4FF5-9242-10CCA6D2F06E}"/>
              </a:ext>
            </a:extLst>
          </p:cNvPr>
          <p:cNvSpPr>
            <a:spLocks xmlns:a="http://schemas.openxmlformats.org/drawingml/2006/main" noGrp="1"/>
          </p:cNvSpPr>
          <p:nvPr/>
        </p:nvSpPr>
        <p:spPr>
          <a:xfrm xmlns:a="http://schemas.openxmlformats.org/drawingml/2006/main">
            <a:off x="1023461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319D82A1-D397-45F6-AC8B-44D3878325CA}"/>
              </a:ext>
            </a:extLst>
          </p:cNvPr>
          <p:cNvSpPr>
            <a:spLocks xmlns:a="http://schemas.openxmlformats.org/drawingml/2006/main" noGrp="1"/>
          </p:cNvSpPr>
          <p:nvPr/>
        </p:nvSpPr>
        <p:spPr>
          <a:xfrm xmlns:a="http://schemas.openxmlformats.org/drawingml/2006/main">
            <a:off x="1068228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840E2C0B-31EF-4A01-9B24-5B46538AA087}"/>
              </a:ext>
            </a:extLst>
          </p:cNvPr>
          <p:cNvSpPr>
            <a:spLocks xmlns:a="http://schemas.openxmlformats.org/drawingml/2006/main" noGrp="1"/>
          </p:cNvSpPr>
          <p:nvPr/>
        </p:nvSpPr>
        <p:spPr>
          <a:xfrm xmlns:a="http://schemas.openxmlformats.org/drawingml/2006/main">
            <a:off x="912971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3891DA2C-55AE-4AF5-AEF0-867FE503D9CD}"/>
              </a:ext>
            </a:extLst>
          </p:cNvPr>
          <p:cNvSpPr>
            <a:spLocks xmlns:a="http://schemas.openxmlformats.org/drawingml/2006/main" noGrp="1"/>
          </p:cNvSpPr>
          <p:nvPr/>
        </p:nvSpPr>
        <p:spPr>
          <a:xfrm xmlns:a="http://schemas.openxmlformats.org/drawingml/2006/main">
            <a:off x="957738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62784CED-3F18-4EB1-86AA-0C18EADAE773}"/>
              </a:ext>
            </a:extLst>
          </p:cNvPr>
          <p:cNvSpPr>
            <a:spLocks xmlns:a="http://schemas.openxmlformats.org/drawingml/2006/main" noGrp="1"/>
          </p:cNvSpPr>
          <p:nvPr/>
        </p:nvSpPr>
        <p:spPr>
          <a:xfrm xmlns:a="http://schemas.openxmlformats.org/drawingml/2006/main">
            <a:off x="1002506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C318D527-B9B7-4813-B7B0-88EF425F8848}"/>
              </a:ext>
            </a:extLst>
          </p:cNvPr>
          <p:cNvSpPr>
            <a:spLocks xmlns:a="http://schemas.openxmlformats.org/drawingml/2006/main" noGrp="1"/>
          </p:cNvSpPr>
          <p:nvPr/>
        </p:nvSpPr>
        <p:spPr>
          <a:xfrm xmlns:a="http://schemas.openxmlformats.org/drawingml/2006/main">
            <a:off x="1047273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52282632-4E96-409A-83E0-F52631A14D4B}"/>
              </a:ext>
            </a:extLst>
          </p:cNvPr>
          <p:cNvSpPr>
            <a:spLocks xmlns:a="http://schemas.openxmlformats.org/drawingml/2006/main" noGrp="1"/>
          </p:cNvSpPr>
          <p:nvPr/>
        </p:nvSpPr>
        <p:spPr>
          <a:xfrm xmlns:a="http://schemas.openxmlformats.org/drawingml/2006/main">
            <a:off x="892016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7BB0EA95-6F3B-46E1-837A-10B71B12BD8C}"/>
              </a:ext>
            </a:extLst>
          </p:cNvPr>
          <p:cNvSpPr>
            <a:spLocks xmlns:a="http://schemas.openxmlformats.org/drawingml/2006/main" noGrp="1"/>
          </p:cNvSpPr>
          <p:nvPr/>
        </p:nvSpPr>
        <p:spPr>
          <a:xfrm xmlns:a="http://schemas.openxmlformats.org/drawingml/2006/main">
            <a:off x="936783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B1185FF7-93AF-4FE4-A7FA-2F8F11355872}"/>
              </a:ext>
            </a:extLst>
          </p:cNvPr>
          <p:cNvSpPr>
            <a:spLocks xmlns:a="http://schemas.openxmlformats.org/drawingml/2006/main" noGrp="1"/>
          </p:cNvSpPr>
          <p:nvPr/>
        </p:nvSpPr>
        <p:spPr>
          <a:xfrm xmlns:a="http://schemas.openxmlformats.org/drawingml/2006/main">
            <a:off x="981551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FE6CEB0C-0094-4618-9155-BFDCA66AA7E4}"/>
              </a:ext>
            </a:extLst>
          </p:cNvPr>
          <p:cNvSpPr>
            <a:spLocks xmlns:a="http://schemas.openxmlformats.org/drawingml/2006/main" noGrp="1"/>
          </p:cNvSpPr>
          <p:nvPr/>
        </p:nvSpPr>
        <p:spPr>
          <a:xfrm xmlns:a="http://schemas.openxmlformats.org/drawingml/2006/main">
            <a:off x="1026318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86C59C0A-C13D-4263-99D3-09029937FA9E}"/>
              </a:ext>
            </a:extLst>
          </p:cNvPr>
          <p:cNvSpPr>
            <a:spLocks xmlns:a="http://schemas.openxmlformats.org/drawingml/2006/main" noGrp="1"/>
          </p:cNvSpPr>
          <p:nvPr/>
        </p:nvSpPr>
        <p:spPr>
          <a:xfrm xmlns:a="http://schemas.openxmlformats.org/drawingml/2006/main">
            <a:off x="8334375" y="29432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In-situ oxide (Sun et al.).</a:t>
            </a:r>
          </a:p>
        </p:txBody>
      </p:sp>
      <p:sp>
        <p:nvSpPr>
          <p:cNvPr id="98" name="">
            <a:extLst xmlns:a="http://schemas.openxmlformats.org/drawingml/2006/main">
              <a:ext uri="{FF2B5EF4-FFF2-40B4-BE49-F238E27FC236}">
                <a16:creationId xmlns:a16="http://schemas.microsoft.com/office/drawing/2014/main" id="{A3E4672A-7909-451B-8675-E796A0BA040F}"/>
              </a:ext>
            </a:extLst>
          </p:cNvPr>
          <p:cNvSpPr>
            <a:spLocks xmlns:a="http://schemas.openxmlformats.org/drawingml/2006/main" noGrp="1"/>
          </p:cNvSpPr>
          <p:nvPr/>
        </p:nvSpPr>
        <p:spPr>
          <a:xfrm xmlns:a="http://schemas.openxmlformats.org/drawingml/2006/main">
            <a:off x="428625" y="3790950"/>
            <a:ext cx="11334750" cy="1924050"/>
          </a:xfrm>
          <a:prstGeom xmlns:a="http://schemas.openxmlformats.org/drawingml/2006/main" prst="roundRect">
            <a:avLst>
              <a:gd name="adj" fmla="val 17822"/>
            </a:avLst>
          </a:prstGeom>
          <a:solidFill xmlns:a="http://schemas.openxmlformats.org/drawingml/2006/main">
            <a:srgbClr val="FFFFFF"/>
          </a:solidFill>
          <a:ln xmlns:a="http://schemas.openxmlformats.org/drawingml/2006/main" w="28575">
            <a:solidFill>
              <a:srgbClr val="0E335B"/>
            </a:solidFill>
          </a:ln>
        </p:spPr>
      </p:sp>
      <p:sp>
        <p:nvSpPr>
          <p:cNvPr id="99" name="">
            <a:extLst xmlns:a="http://schemas.openxmlformats.org/drawingml/2006/main">
              <a:ext uri="{FF2B5EF4-FFF2-40B4-BE49-F238E27FC236}">
                <a16:creationId xmlns:a16="http://schemas.microsoft.com/office/drawing/2014/main" id="{09743749-9531-41C1-B302-7D8B60E65584}"/>
              </a:ext>
            </a:extLst>
          </p:cNvPr>
          <p:cNvSpPr>
            <a:spLocks xmlns:a="http://schemas.openxmlformats.org/drawingml/2006/main" noGrp="1"/>
          </p:cNvSpPr>
          <p:nvPr/>
        </p:nvSpPr>
        <p:spPr>
          <a:xfrm xmlns:a="http://schemas.openxmlformats.org/drawingml/2006/main">
            <a:off x="657225" y="3990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BA382F"/>
                </a:solidFill>
                <a:latin typeface="Times New Roman"/>
                <a:ea typeface="Times New Roman"/>
                <a:cs typeface="Times New Roman"/>
              </a:defRPr>
            </a:defPPr>
          </a:lstStyle>
          <a:p xmlns:a="http://schemas.openxmlformats.org/drawingml/2006/main">
            <a:pPr algn="l">
              <a:defRPr sz="2200" b="1">
                <a:solidFill>
                  <a:srgbClr val="BA382F"/>
                </a:solidFill>
                <a:latin typeface="Times New Roman"/>
                <a:ea typeface="Times New Roman"/>
                <a:cs typeface="Times New Roman"/>
              </a:defRPr>
            </a:pPr>
            <a:r>
              <a:rPr sz="2200" b="1">
                <a:solidFill>
                  <a:srgbClr val="BA382F"/>
                </a:solidFill>
                <a:latin typeface="Times New Roman"/>
                <a:ea typeface="Times New Roman"/>
                <a:cs typeface="Times New Roman"/>
              </a:rPr>
              <a:t>Open question: will an external layer stay bonded?</a:t>
            </a:r>
          </a:p>
        </p:txBody>
      </p:sp>
      <p:sp>
        <p:nvSpPr>
          <p:cNvPr id="100" name="">
            <a:extLst xmlns:a="http://schemas.openxmlformats.org/drawingml/2006/main">
              <a:ext uri="{FF2B5EF4-FFF2-40B4-BE49-F238E27FC236}">
                <a16:creationId xmlns:a16="http://schemas.microsoft.com/office/drawing/2014/main" id="{2C6E145B-DB66-47A6-9D6D-BE37D02C7770}"/>
              </a:ext>
            </a:extLst>
          </p:cNvPr>
          <p:cNvSpPr>
            <a:spLocks xmlns:a="http://schemas.openxmlformats.org/drawingml/2006/main" noGrp="1"/>
          </p:cNvSpPr>
          <p:nvPr/>
        </p:nvSpPr>
        <p:spPr>
          <a:xfrm xmlns:a="http://schemas.openxmlformats.org/drawingml/2006/main">
            <a:off x="657225" y="45624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Separate interface adhesion from strength within the coating.</a:t>
            </a:r>
          </a:p>
        </p:txBody>
      </p:sp>
      <p:sp>
        <p:nvSpPr>
          <p:cNvPr id="101" name="">
            <a:extLst xmlns:a="http://schemas.openxmlformats.org/drawingml/2006/main">
              <a:ext uri="{FF2B5EF4-FFF2-40B4-BE49-F238E27FC236}">
                <a16:creationId xmlns:a16="http://schemas.microsoft.com/office/drawing/2014/main" id="{B233D167-B40B-4819-A8AA-07C4D872CAEE}"/>
              </a:ext>
            </a:extLst>
          </p:cNvPr>
          <p:cNvSpPr>
            <a:spLocks xmlns:a="http://schemas.openxmlformats.org/drawingml/2006/main" noGrp="1"/>
          </p:cNvSpPr>
          <p:nvPr/>
        </p:nvSpPr>
        <p:spPr>
          <a:xfrm xmlns:a="http://schemas.openxmlformats.org/drawingml/2006/main">
            <a:off x="657225" y="51339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Check thickness, cracks and failure location after thermal cycling.</a:t>
            </a:r>
          </a:p>
        </p:txBody>
      </p:sp>
      <p:pic>
        <p:nvPicPr>
          <p:cNvPr id="102" name="">
            <a:extLst xmlns:a="http://schemas.openxmlformats.org/drawingml/2006/main">
              <a:ext uri="{FF2B5EF4-FFF2-40B4-BE49-F238E27FC236}">
                <a16:creationId xmlns:a16="http://schemas.microsoft.com/office/drawing/2014/main" id="{F1EBF0A9-AF33-43A8-85C0-5DC7E4AF1D9F}"/>
              </a:ext>
            </a:extLst>
          </p:cNvPr>
          <p:cNvPicPr>
            <a:picLocks xmlns:a="http://schemas.openxmlformats.org/drawingml/2006/main" noChangeAspect="1"/>
          </p:cNvPicPr>
          <p:nvPr/>
        </p:nvPicPr>
        <p:blipFill>
          <a:blip xmlns:r="http://schemas.openxmlformats.org/officeDocument/2006/relationships" xmlns:a="http://schemas.openxmlformats.org/drawingml/2006/main" r:embed="R13a83ec00de9474b">
            <a:extLst>
              <a:ext uri="{96DAC541-7B7A-43D3-8B79-37D633B846F1}">
                <asvg:svgBlip xmlns:asvg="http://schemas.microsoft.com/office/drawing/2016/SVG/main" r:embed="R61bcea9b8eda4e31"/>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03473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6F6BEFAC-DB09-4083-ACB8-28B01E4EEFFC}"/>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E6B145D0-C646-42C4-B3C1-717363B78666}"/>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EF163559-0BF0-46C2-B321-E882E8614D95}"/>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III · Proposed precoat + LSM route</a:t>
            </a:r>
          </a:p>
        </p:txBody>
      </p:sp>
      <p:sp>
        <p:nvSpPr>
          <p:cNvPr id="28" name="矩形: 圆角 27">
            <a:extLst xmlns:a="http://schemas.openxmlformats.org/drawingml/2006/main">
              <a:ext uri="{FF2B5EF4-FFF2-40B4-BE49-F238E27FC236}">
                <a16:creationId xmlns:a16="http://schemas.microsoft.com/office/drawing/2014/main" id="{065D6ED0-DAB5-4CDA-8841-B488ED59BF3B}"/>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8992CAF2-60E6-43B0-B269-F91DA379BE05}"/>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BC8438E0-E9CC-43EC-834D-843C693ABF0D}"/>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Proposed experiment. Schematic only; phases and interface bonding need validation.</a:t>
            </a:r>
          </a:p>
        </p:txBody>
      </p:sp>
      <p:sp>
        <p:nvSpPr>
          <p:cNvPr id="62" name="">
            <a:extLst xmlns:a="http://schemas.openxmlformats.org/drawingml/2006/main">
              <a:ext uri="{FF2B5EF4-FFF2-40B4-BE49-F238E27FC236}">
                <a16:creationId xmlns:a16="http://schemas.microsoft.com/office/drawing/2014/main" id="{95188D10-FED8-4E96-B022-A9A2F586F165}"/>
              </a:ext>
            </a:extLst>
          </p:cNvPr>
          <p:cNvSpPr>
            <a:spLocks xmlns:a="http://schemas.openxmlformats.org/drawingml/2006/main" noGrp="1"/>
          </p:cNvSpPr>
          <p:nvPr/>
        </p:nvSpPr>
        <p:spPr>
          <a:xfrm xmlns:a="http://schemas.openxmlformats.org/drawingml/2006/main">
            <a:off x="428625" y="1162050"/>
            <a:ext cx="781050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D9466EF7-3DAF-4534-98E4-E403648C6661}"/>
              </a:ext>
            </a:extLst>
          </p:cNvPr>
          <p:cNvSpPr>
            <a:spLocks xmlns:a="http://schemas.openxmlformats.org/drawingml/2006/main" noGrp="1"/>
          </p:cNvSpPr>
          <p:nvPr/>
        </p:nvSpPr>
        <p:spPr>
          <a:xfrm xmlns:a="http://schemas.openxmlformats.org/drawingml/2006/main">
            <a:off x="8477250" y="1162050"/>
            <a:ext cx="3286125" cy="4552950"/>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FEE9C862-E036-4D9E-BF63-B5EEC0B006A8}"/>
              </a:ext>
            </a:extLst>
          </p:cNvPr>
          <p:cNvSpPr>
            <a:spLocks xmlns:a="http://schemas.openxmlformats.org/drawingml/2006/main" noGrp="1"/>
          </p:cNvSpPr>
          <p:nvPr/>
        </p:nvSpPr>
        <p:spPr>
          <a:xfrm xmlns:a="http://schemas.openxmlformats.org/drawingml/2006/main">
            <a:off x="647700" y="1381125"/>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baseline="0"/>
              <a:t>YAG / Al</a:t>
            </a:r>
            <a:r>
              <a:rPr baseline="-25000"/>
              <a:t>2</a:t>
            </a:r>
            <a:r>
              <a:rPr baseline="0"/>
              <a:t>O</a:t>
            </a:r>
            <a:r>
              <a:rPr baseline="-25000"/>
              <a:t>3</a:t>
            </a:r>
            <a:r>
              <a:rPr baseline="0"/>
              <a:t> + Al</a:t>
            </a:r>
            <a:r>
              <a:rPr baseline="-25000"/>
              <a:t>2</a:t>
            </a:r>
            <a:r>
              <a:rPr baseline="0"/>
              <a:t>O</a:t>
            </a:r>
            <a:r>
              <a:rPr baseline="-25000"/>
              <a:t>3</a:t>
            </a:r>
            <a:r>
              <a:rPr baseline="0"/>
              <a:t> sol</a:t>
            </a:r>
          </a:p>
        </p:txBody>
      </p:sp>
      <p:sp>
        <p:nvSpPr>
          <p:cNvPr id="65" name="">
            <a:extLst xmlns:a="http://schemas.openxmlformats.org/drawingml/2006/main">
              <a:ext uri="{FF2B5EF4-FFF2-40B4-BE49-F238E27FC236}">
                <a16:creationId xmlns:a16="http://schemas.microsoft.com/office/drawing/2014/main" id="{A3B15E0F-8C19-43EB-9AEF-6C8E12496DB3}"/>
              </a:ext>
            </a:extLst>
          </p:cNvPr>
          <p:cNvSpPr>
            <a:spLocks xmlns:a="http://schemas.openxmlformats.org/drawingml/2006/main" noGrp="1"/>
          </p:cNvSpPr>
          <p:nvPr/>
        </p:nvSpPr>
        <p:spPr>
          <a:xfrm xmlns:a="http://schemas.openxmlformats.org/drawingml/2006/main">
            <a:off x="819150" y="3876675"/>
            <a:ext cx="7000875" cy="1171575"/>
          </a:xfrm>
          <a:prstGeom xmlns:a="http://schemas.openxmlformats.org/drawingml/2006/main" prst="rect">
            <a:avLst/>
          </a:prstGeom>
          <a:solidFill xmlns:a="http://schemas.openxmlformats.org/drawingml/2006/main">
            <a:srgbClr val="A8B5C2"/>
          </a:solidFill>
          <a:ln xmlns:a="http://schemas.openxmlformats.org/drawingml/2006/main" w="28575">
            <a:solidFill>
              <a:srgbClr val="0E335B"/>
            </a:solidFill>
          </a:ln>
        </p:spPr>
      </p:sp>
      <p:sp>
        <p:nvSpPr>
          <p:cNvPr id="66" name="">
            <a:extLst xmlns:a="http://schemas.openxmlformats.org/drawingml/2006/main">
              <a:ext uri="{FF2B5EF4-FFF2-40B4-BE49-F238E27FC236}">
                <a16:creationId xmlns:a16="http://schemas.microsoft.com/office/drawing/2014/main" id="{A00B9584-DFDB-4C60-A66E-8C4F4193074B}"/>
              </a:ext>
            </a:extLst>
          </p:cNvPr>
          <p:cNvSpPr>
            <a:spLocks xmlns:a="http://schemas.openxmlformats.org/drawingml/2006/main" noGrp="1"/>
          </p:cNvSpPr>
          <p:nvPr/>
        </p:nvSpPr>
        <p:spPr>
          <a:xfrm xmlns:a="http://schemas.openxmlformats.org/drawingml/2006/main">
            <a:off x="819150" y="3381375"/>
            <a:ext cx="7000875" cy="495300"/>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7" name="">
            <a:extLst xmlns:a="http://schemas.openxmlformats.org/drawingml/2006/main">
              <a:ext uri="{FF2B5EF4-FFF2-40B4-BE49-F238E27FC236}">
                <a16:creationId xmlns:a16="http://schemas.microsoft.com/office/drawing/2014/main" id="{EE111E6D-B72D-4CD1-92DD-BDB1C4EECBED}"/>
              </a:ext>
            </a:extLst>
          </p:cNvPr>
          <p:cNvSpPr>
            <a:spLocks xmlns:a="http://schemas.openxmlformats.org/drawingml/2006/main" noGrp="1"/>
          </p:cNvSpPr>
          <p:nvPr/>
        </p:nvSpPr>
        <p:spPr>
          <a:xfrm xmlns:a="http://schemas.openxmlformats.org/drawingml/2006/main">
            <a:off x="819150" y="3381375"/>
            <a:ext cx="3314700" cy="495300"/>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16C65D48-A171-4F21-B1C1-0B03B327CD68}"/>
              </a:ext>
            </a:extLst>
          </p:cNvPr>
          <p:cNvSpPr>
            <a:spLocks xmlns:a="http://schemas.openxmlformats.org/drawingml/2006/main" noGrp="1"/>
          </p:cNvSpPr>
          <p:nvPr/>
        </p:nvSpPr>
        <p:spPr>
          <a:xfrm xmlns:a="http://schemas.openxmlformats.org/drawingml/2006/main">
            <a:off x="957263" y="35099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1A4C31AF-ABF9-4B22-8A8D-1FA0F589A180}"/>
              </a:ext>
            </a:extLst>
          </p:cNvPr>
          <p:cNvSpPr>
            <a:spLocks xmlns:a="http://schemas.openxmlformats.org/drawingml/2006/main" noGrp="1"/>
          </p:cNvSpPr>
          <p:nvPr/>
        </p:nvSpPr>
        <p:spPr>
          <a:xfrm xmlns:a="http://schemas.openxmlformats.org/drawingml/2006/main">
            <a:off x="1404938" y="35194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060BA044-B893-49F9-AF27-95164B7ADE44}"/>
              </a:ext>
            </a:extLst>
          </p:cNvPr>
          <p:cNvSpPr>
            <a:spLocks xmlns:a="http://schemas.openxmlformats.org/drawingml/2006/main" noGrp="1"/>
          </p:cNvSpPr>
          <p:nvPr/>
        </p:nvSpPr>
        <p:spPr>
          <a:xfrm xmlns:a="http://schemas.openxmlformats.org/drawingml/2006/main">
            <a:off x="1852613" y="35290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C6E64E73-6193-4E53-802E-A79E572B57BC}"/>
              </a:ext>
            </a:extLst>
          </p:cNvPr>
          <p:cNvSpPr>
            <a:spLocks xmlns:a="http://schemas.openxmlformats.org/drawingml/2006/main" noGrp="1"/>
          </p:cNvSpPr>
          <p:nvPr/>
        </p:nvSpPr>
        <p:spPr>
          <a:xfrm xmlns:a="http://schemas.openxmlformats.org/drawingml/2006/main">
            <a:off x="2300288" y="35385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0A7A7431-CEA6-493B-AE2E-765BDB859874}"/>
              </a:ext>
            </a:extLst>
          </p:cNvPr>
          <p:cNvSpPr>
            <a:spLocks xmlns:a="http://schemas.openxmlformats.org/drawingml/2006/main" noGrp="1"/>
          </p:cNvSpPr>
          <p:nvPr/>
        </p:nvSpPr>
        <p:spPr>
          <a:xfrm xmlns:a="http://schemas.openxmlformats.org/drawingml/2006/main">
            <a:off x="2747963" y="35480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3C16513C-CFF3-46D6-8078-016D777C0145}"/>
              </a:ext>
            </a:extLst>
          </p:cNvPr>
          <p:cNvSpPr>
            <a:spLocks xmlns:a="http://schemas.openxmlformats.org/drawingml/2006/main" noGrp="1"/>
          </p:cNvSpPr>
          <p:nvPr/>
        </p:nvSpPr>
        <p:spPr>
          <a:xfrm xmlns:a="http://schemas.openxmlformats.org/drawingml/2006/main">
            <a:off x="3195638" y="35575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D3DC2D3F-9A8B-48FB-8AC6-51AB0907D3C1}"/>
              </a:ext>
            </a:extLst>
          </p:cNvPr>
          <p:cNvSpPr>
            <a:spLocks xmlns:a="http://schemas.openxmlformats.org/drawingml/2006/main" noGrp="1"/>
          </p:cNvSpPr>
          <p:nvPr/>
        </p:nvSpPr>
        <p:spPr>
          <a:xfrm xmlns:a="http://schemas.openxmlformats.org/drawingml/2006/main">
            <a:off x="3643313" y="35671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527E037F-6811-4220-9449-05CDBBC6C392}"/>
              </a:ext>
            </a:extLst>
          </p:cNvPr>
          <p:cNvSpPr>
            <a:spLocks xmlns:a="http://schemas.openxmlformats.org/drawingml/2006/main" noGrp="1"/>
          </p:cNvSpPr>
          <p:nvPr/>
        </p:nvSpPr>
        <p:spPr>
          <a:xfrm xmlns:a="http://schemas.openxmlformats.org/drawingml/2006/main">
            <a:off x="1176338" y="35766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0744C02F-1B88-4D9E-8531-F158B4DB908C}"/>
              </a:ext>
            </a:extLst>
          </p:cNvPr>
          <p:cNvSpPr>
            <a:spLocks xmlns:a="http://schemas.openxmlformats.org/drawingml/2006/main" noGrp="1"/>
          </p:cNvSpPr>
          <p:nvPr/>
        </p:nvSpPr>
        <p:spPr>
          <a:xfrm xmlns:a="http://schemas.openxmlformats.org/drawingml/2006/main">
            <a:off x="1624013" y="35861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CB753082-8641-472A-8D37-BA4FEE8037EC}"/>
              </a:ext>
            </a:extLst>
          </p:cNvPr>
          <p:cNvSpPr>
            <a:spLocks xmlns:a="http://schemas.openxmlformats.org/drawingml/2006/main" noGrp="1"/>
          </p:cNvSpPr>
          <p:nvPr/>
        </p:nvSpPr>
        <p:spPr>
          <a:xfrm xmlns:a="http://schemas.openxmlformats.org/drawingml/2006/main">
            <a:off x="2071688" y="35956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FC310A45-EADB-428C-A884-EF342F3E9779}"/>
              </a:ext>
            </a:extLst>
          </p:cNvPr>
          <p:cNvSpPr>
            <a:spLocks xmlns:a="http://schemas.openxmlformats.org/drawingml/2006/main" noGrp="1"/>
          </p:cNvSpPr>
          <p:nvPr/>
        </p:nvSpPr>
        <p:spPr>
          <a:xfrm xmlns:a="http://schemas.openxmlformats.org/drawingml/2006/main">
            <a:off x="2519363" y="36052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D720CBD9-86ED-43C7-A880-6A569954AADA}"/>
              </a:ext>
            </a:extLst>
          </p:cNvPr>
          <p:cNvSpPr>
            <a:spLocks xmlns:a="http://schemas.openxmlformats.org/drawingml/2006/main" noGrp="1"/>
          </p:cNvSpPr>
          <p:nvPr/>
        </p:nvSpPr>
        <p:spPr>
          <a:xfrm xmlns:a="http://schemas.openxmlformats.org/drawingml/2006/main">
            <a:off x="2967038" y="36147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7E084045-612B-4FF7-958E-ADF3CB5D56B3}"/>
              </a:ext>
            </a:extLst>
          </p:cNvPr>
          <p:cNvSpPr>
            <a:spLocks xmlns:a="http://schemas.openxmlformats.org/drawingml/2006/main" noGrp="1"/>
          </p:cNvSpPr>
          <p:nvPr/>
        </p:nvSpPr>
        <p:spPr>
          <a:xfrm xmlns:a="http://schemas.openxmlformats.org/drawingml/2006/main">
            <a:off x="3414713" y="36242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9EA97CDD-2321-4F53-9803-381F9EEF3A63}"/>
              </a:ext>
            </a:extLst>
          </p:cNvPr>
          <p:cNvSpPr>
            <a:spLocks xmlns:a="http://schemas.openxmlformats.org/drawingml/2006/main" noGrp="1"/>
          </p:cNvSpPr>
          <p:nvPr/>
        </p:nvSpPr>
        <p:spPr>
          <a:xfrm xmlns:a="http://schemas.openxmlformats.org/drawingml/2006/main">
            <a:off x="3862388" y="36337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A7FADAAD-62E3-4D0B-AC17-CCD8100F9300}"/>
              </a:ext>
            </a:extLst>
          </p:cNvPr>
          <p:cNvSpPr>
            <a:spLocks xmlns:a="http://schemas.openxmlformats.org/drawingml/2006/main" noGrp="1"/>
          </p:cNvSpPr>
          <p:nvPr/>
        </p:nvSpPr>
        <p:spPr>
          <a:xfrm xmlns:a="http://schemas.openxmlformats.org/drawingml/2006/main">
            <a:off x="1395413" y="36433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9D645B17-2085-427D-8A56-445E62C21650}"/>
              </a:ext>
            </a:extLst>
          </p:cNvPr>
          <p:cNvSpPr>
            <a:spLocks xmlns:a="http://schemas.openxmlformats.org/drawingml/2006/main" noGrp="1"/>
          </p:cNvSpPr>
          <p:nvPr/>
        </p:nvSpPr>
        <p:spPr>
          <a:xfrm xmlns:a="http://schemas.openxmlformats.org/drawingml/2006/main">
            <a:off x="1843088" y="36528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878ACE4B-E19D-4609-925A-A5AA6BEB0D6F}"/>
              </a:ext>
            </a:extLst>
          </p:cNvPr>
          <p:cNvSpPr>
            <a:spLocks xmlns:a="http://schemas.openxmlformats.org/drawingml/2006/main" noGrp="1"/>
          </p:cNvSpPr>
          <p:nvPr/>
        </p:nvSpPr>
        <p:spPr>
          <a:xfrm xmlns:a="http://schemas.openxmlformats.org/drawingml/2006/main">
            <a:off x="2290763" y="36623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291EAD5B-885B-4BD9-A96D-45FA9A01CEF9}"/>
              </a:ext>
            </a:extLst>
          </p:cNvPr>
          <p:cNvSpPr>
            <a:spLocks xmlns:a="http://schemas.openxmlformats.org/drawingml/2006/main" noGrp="1"/>
          </p:cNvSpPr>
          <p:nvPr/>
        </p:nvSpPr>
        <p:spPr>
          <a:xfrm xmlns:a="http://schemas.openxmlformats.org/drawingml/2006/main">
            <a:off x="2738438" y="36718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9B3ADEC4-ED45-42B9-9690-9ADD3CDD8802}"/>
              </a:ext>
            </a:extLst>
          </p:cNvPr>
          <p:cNvSpPr>
            <a:spLocks xmlns:a="http://schemas.openxmlformats.org/drawingml/2006/main" noGrp="1"/>
          </p:cNvSpPr>
          <p:nvPr/>
        </p:nvSpPr>
        <p:spPr>
          <a:xfrm xmlns:a="http://schemas.openxmlformats.org/drawingml/2006/main">
            <a:off x="3186113" y="35099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B6CF2AA0-C3A8-427C-9B48-E266ABA7B80B}"/>
              </a:ext>
            </a:extLst>
          </p:cNvPr>
          <p:cNvSpPr>
            <a:spLocks xmlns:a="http://schemas.openxmlformats.org/drawingml/2006/main" noGrp="1"/>
          </p:cNvSpPr>
          <p:nvPr/>
        </p:nvSpPr>
        <p:spPr>
          <a:xfrm xmlns:a="http://schemas.openxmlformats.org/drawingml/2006/main">
            <a:off x="3633788" y="35194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2B8643E8-CE40-41FE-B6C9-5861341696AC}"/>
              </a:ext>
            </a:extLst>
          </p:cNvPr>
          <p:cNvSpPr>
            <a:spLocks xmlns:a="http://schemas.openxmlformats.org/drawingml/2006/main" noGrp="1"/>
          </p:cNvSpPr>
          <p:nvPr/>
        </p:nvSpPr>
        <p:spPr>
          <a:xfrm xmlns:a="http://schemas.openxmlformats.org/drawingml/2006/main">
            <a:off x="1166813" y="35290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7A5C00E0-8C60-454C-8BB7-3EA05B4B79AD}"/>
              </a:ext>
            </a:extLst>
          </p:cNvPr>
          <p:cNvSpPr>
            <a:spLocks xmlns:a="http://schemas.openxmlformats.org/drawingml/2006/main" noGrp="1"/>
          </p:cNvSpPr>
          <p:nvPr/>
        </p:nvSpPr>
        <p:spPr>
          <a:xfrm xmlns:a="http://schemas.openxmlformats.org/drawingml/2006/main">
            <a:off x="1614488" y="35385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4224D850-6CA2-432F-94A2-E524EE56512F}"/>
              </a:ext>
            </a:extLst>
          </p:cNvPr>
          <p:cNvSpPr>
            <a:spLocks xmlns:a="http://schemas.openxmlformats.org/drawingml/2006/main" noGrp="1"/>
          </p:cNvSpPr>
          <p:nvPr/>
        </p:nvSpPr>
        <p:spPr>
          <a:xfrm xmlns:a="http://schemas.openxmlformats.org/drawingml/2006/main">
            <a:off x="2062163" y="35480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67D0BC56-0FEF-49B0-A44A-FE800872942F}"/>
              </a:ext>
            </a:extLst>
          </p:cNvPr>
          <p:cNvSpPr>
            <a:spLocks xmlns:a="http://schemas.openxmlformats.org/drawingml/2006/main" noGrp="1"/>
          </p:cNvSpPr>
          <p:nvPr/>
        </p:nvSpPr>
        <p:spPr>
          <a:xfrm xmlns:a="http://schemas.openxmlformats.org/drawingml/2006/main">
            <a:off x="2509838" y="35575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89679C70-E98C-40CA-8092-DC3F51BEC58A}"/>
              </a:ext>
            </a:extLst>
          </p:cNvPr>
          <p:cNvSpPr>
            <a:spLocks xmlns:a="http://schemas.openxmlformats.org/drawingml/2006/main" noGrp="1"/>
          </p:cNvSpPr>
          <p:nvPr/>
        </p:nvSpPr>
        <p:spPr>
          <a:xfrm xmlns:a="http://schemas.openxmlformats.org/drawingml/2006/main">
            <a:off x="2957513" y="35671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19594BFE-D886-4172-A3FA-3B7B37C16190}"/>
              </a:ext>
            </a:extLst>
          </p:cNvPr>
          <p:cNvSpPr>
            <a:spLocks xmlns:a="http://schemas.openxmlformats.org/drawingml/2006/main" noGrp="1"/>
          </p:cNvSpPr>
          <p:nvPr/>
        </p:nvSpPr>
        <p:spPr>
          <a:xfrm xmlns:a="http://schemas.openxmlformats.org/drawingml/2006/main">
            <a:off x="3405188" y="35766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13D524D0-CEF9-45E1-81FC-4879D0F35E15}"/>
              </a:ext>
            </a:extLst>
          </p:cNvPr>
          <p:cNvSpPr>
            <a:spLocks xmlns:a="http://schemas.openxmlformats.org/drawingml/2006/main" noGrp="1"/>
          </p:cNvSpPr>
          <p:nvPr/>
        </p:nvSpPr>
        <p:spPr>
          <a:xfrm xmlns:a="http://schemas.openxmlformats.org/drawingml/2006/main">
            <a:off x="3852863" y="35861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E26F552D-41CA-45F9-8E6D-7ADAFC29E9B7}"/>
              </a:ext>
            </a:extLst>
          </p:cNvPr>
          <p:cNvSpPr>
            <a:spLocks xmlns:a="http://schemas.openxmlformats.org/drawingml/2006/main" noGrp="1"/>
          </p:cNvSpPr>
          <p:nvPr/>
        </p:nvSpPr>
        <p:spPr>
          <a:xfrm xmlns:a="http://schemas.openxmlformats.org/drawingml/2006/main">
            <a:off x="1385888" y="35956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A78C9252-5937-4E2C-AAA3-769E324060D7}"/>
              </a:ext>
            </a:extLst>
          </p:cNvPr>
          <p:cNvSpPr>
            <a:spLocks xmlns:a="http://schemas.openxmlformats.org/drawingml/2006/main" noGrp="1"/>
          </p:cNvSpPr>
          <p:nvPr/>
        </p:nvSpPr>
        <p:spPr>
          <a:xfrm xmlns:a="http://schemas.openxmlformats.org/drawingml/2006/main">
            <a:off x="1833563" y="36052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369505D6-8618-4873-8BBB-51CA7E124A6C}"/>
              </a:ext>
            </a:extLst>
          </p:cNvPr>
          <p:cNvSpPr>
            <a:spLocks xmlns:a="http://schemas.openxmlformats.org/drawingml/2006/main" noGrp="1"/>
          </p:cNvSpPr>
          <p:nvPr/>
        </p:nvSpPr>
        <p:spPr>
          <a:xfrm xmlns:a="http://schemas.openxmlformats.org/drawingml/2006/main">
            <a:off x="2281238" y="36147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E32E571C-CB91-4110-95F3-50F943ADA268}"/>
              </a:ext>
            </a:extLst>
          </p:cNvPr>
          <p:cNvSpPr>
            <a:spLocks xmlns:a="http://schemas.openxmlformats.org/drawingml/2006/main" noGrp="1"/>
          </p:cNvSpPr>
          <p:nvPr/>
        </p:nvSpPr>
        <p:spPr>
          <a:xfrm xmlns:a="http://schemas.openxmlformats.org/drawingml/2006/main">
            <a:off x="2728913" y="36242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22DDCFDC-F55C-4555-B9B3-44F423EE1FE8}"/>
              </a:ext>
            </a:extLst>
          </p:cNvPr>
          <p:cNvSpPr>
            <a:spLocks xmlns:a="http://schemas.openxmlformats.org/drawingml/2006/main" noGrp="1"/>
          </p:cNvSpPr>
          <p:nvPr/>
        </p:nvSpPr>
        <p:spPr>
          <a:xfrm xmlns:a="http://schemas.openxmlformats.org/drawingml/2006/main">
            <a:off x="3176588" y="36337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CE17EE2F-E4CE-4F95-AACC-45F357545200}"/>
              </a:ext>
            </a:extLst>
          </p:cNvPr>
          <p:cNvSpPr>
            <a:spLocks xmlns:a="http://schemas.openxmlformats.org/drawingml/2006/main" noGrp="1"/>
          </p:cNvSpPr>
          <p:nvPr/>
        </p:nvSpPr>
        <p:spPr>
          <a:xfrm xmlns:a="http://schemas.openxmlformats.org/drawingml/2006/main">
            <a:off x="3624263" y="36433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13F3583C-6F82-4C67-BF54-2090CC7F9E8F}"/>
              </a:ext>
            </a:extLst>
          </p:cNvPr>
          <p:cNvSpPr>
            <a:spLocks xmlns:a="http://schemas.openxmlformats.org/drawingml/2006/main" noGrp="1"/>
          </p:cNvSpPr>
          <p:nvPr/>
        </p:nvSpPr>
        <p:spPr>
          <a:xfrm xmlns:a="http://schemas.openxmlformats.org/drawingml/2006/main">
            <a:off x="1157288" y="36528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00F173E1-67CF-4607-920C-E426F0204E2F}"/>
              </a:ext>
            </a:extLst>
          </p:cNvPr>
          <p:cNvSpPr>
            <a:spLocks xmlns:a="http://schemas.openxmlformats.org/drawingml/2006/main" noGrp="1"/>
          </p:cNvSpPr>
          <p:nvPr/>
        </p:nvSpPr>
        <p:spPr>
          <a:xfrm xmlns:a="http://schemas.openxmlformats.org/drawingml/2006/main">
            <a:off x="5010150" y="34480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1ADE27E2-0056-4F4E-A06A-4C56E7F9FD96}"/>
              </a:ext>
            </a:extLst>
          </p:cNvPr>
          <p:cNvSpPr>
            <a:spLocks xmlns:a="http://schemas.openxmlformats.org/drawingml/2006/main" noGrp="1"/>
          </p:cNvSpPr>
          <p:nvPr/>
        </p:nvSpPr>
        <p:spPr>
          <a:xfrm xmlns:a="http://schemas.openxmlformats.org/drawingml/2006/main">
            <a:off x="5457825" y="36290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F03B17F8-27C1-4B15-B378-6DAE4D5E031A}"/>
              </a:ext>
            </a:extLst>
          </p:cNvPr>
          <p:cNvSpPr>
            <a:spLocks xmlns:a="http://schemas.openxmlformats.org/drawingml/2006/main" noGrp="1"/>
          </p:cNvSpPr>
          <p:nvPr/>
        </p:nvSpPr>
        <p:spPr>
          <a:xfrm xmlns:a="http://schemas.openxmlformats.org/drawingml/2006/main">
            <a:off x="5905500" y="35718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641BA774-4704-4A84-A047-1474802EF954}"/>
              </a:ext>
            </a:extLst>
          </p:cNvPr>
          <p:cNvSpPr>
            <a:spLocks xmlns:a="http://schemas.openxmlformats.org/drawingml/2006/main" noGrp="1"/>
          </p:cNvSpPr>
          <p:nvPr/>
        </p:nvSpPr>
        <p:spPr>
          <a:xfrm xmlns:a="http://schemas.openxmlformats.org/drawingml/2006/main">
            <a:off x="6353175" y="35147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5A40AEE3-C86C-4DA7-9085-D135EEC9C64A}"/>
              </a:ext>
            </a:extLst>
          </p:cNvPr>
          <p:cNvSpPr>
            <a:spLocks xmlns:a="http://schemas.openxmlformats.org/drawingml/2006/main" noGrp="1"/>
          </p:cNvSpPr>
          <p:nvPr/>
        </p:nvSpPr>
        <p:spPr>
          <a:xfrm xmlns:a="http://schemas.openxmlformats.org/drawingml/2006/main">
            <a:off x="6800850" y="34575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5038F887-CC87-4210-BC35-E486DB514014}"/>
              </a:ext>
            </a:extLst>
          </p:cNvPr>
          <p:cNvSpPr>
            <a:spLocks xmlns:a="http://schemas.openxmlformats.org/drawingml/2006/main" noGrp="1"/>
          </p:cNvSpPr>
          <p:nvPr/>
        </p:nvSpPr>
        <p:spPr>
          <a:xfrm xmlns:a="http://schemas.openxmlformats.org/drawingml/2006/main">
            <a:off x="7248525" y="36385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C2449486-532E-4CA6-9338-68A7B6C9A0DE}"/>
              </a:ext>
            </a:extLst>
          </p:cNvPr>
          <p:cNvSpPr>
            <a:spLocks xmlns:a="http://schemas.openxmlformats.org/drawingml/2006/main" noGrp="1"/>
          </p:cNvSpPr>
          <p:nvPr/>
        </p:nvSpPr>
        <p:spPr>
          <a:xfrm xmlns:a="http://schemas.openxmlformats.org/drawingml/2006/main">
            <a:off x="5143500" y="35814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6FEB8ED5-A37E-482B-9C1B-32DA05F7581E}"/>
              </a:ext>
            </a:extLst>
          </p:cNvPr>
          <p:cNvSpPr>
            <a:spLocks xmlns:a="http://schemas.openxmlformats.org/drawingml/2006/main" noGrp="1"/>
          </p:cNvSpPr>
          <p:nvPr/>
        </p:nvSpPr>
        <p:spPr>
          <a:xfrm xmlns:a="http://schemas.openxmlformats.org/drawingml/2006/main">
            <a:off x="5591175" y="35242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AD5A52B9-FB7A-47BE-B131-8F7AAE1CE0F5}"/>
              </a:ext>
            </a:extLst>
          </p:cNvPr>
          <p:cNvSpPr>
            <a:spLocks xmlns:a="http://schemas.openxmlformats.org/drawingml/2006/main" noGrp="1"/>
          </p:cNvSpPr>
          <p:nvPr/>
        </p:nvSpPr>
        <p:spPr>
          <a:xfrm xmlns:a="http://schemas.openxmlformats.org/drawingml/2006/main">
            <a:off x="6038850" y="34671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A9B8D803-F2E6-46A4-89AC-0F215D0C5573}"/>
              </a:ext>
            </a:extLst>
          </p:cNvPr>
          <p:cNvSpPr>
            <a:spLocks xmlns:a="http://schemas.openxmlformats.org/drawingml/2006/main" noGrp="1"/>
          </p:cNvSpPr>
          <p:nvPr/>
        </p:nvSpPr>
        <p:spPr>
          <a:xfrm xmlns:a="http://schemas.openxmlformats.org/drawingml/2006/main">
            <a:off x="6486525" y="36480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22921AEA-18A9-4E2B-9485-511F26E1AD60}"/>
              </a:ext>
            </a:extLst>
          </p:cNvPr>
          <p:cNvSpPr>
            <a:spLocks xmlns:a="http://schemas.openxmlformats.org/drawingml/2006/main" noGrp="1"/>
          </p:cNvSpPr>
          <p:nvPr/>
        </p:nvSpPr>
        <p:spPr>
          <a:xfrm xmlns:a="http://schemas.openxmlformats.org/drawingml/2006/main">
            <a:off x="6934200" y="35909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97001AF0-D27A-494D-8CD4-8E4912619A6B}"/>
              </a:ext>
            </a:extLst>
          </p:cNvPr>
          <p:cNvSpPr>
            <a:spLocks xmlns:a="http://schemas.openxmlformats.org/drawingml/2006/main" noGrp="1"/>
          </p:cNvSpPr>
          <p:nvPr/>
        </p:nvSpPr>
        <p:spPr>
          <a:xfrm xmlns:a="http://schemas.openxmlformats.org/drawingml/2006/main">
            <a:off x="7381875" y="35337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FD6AAFB0-10B2-441E-89D5-46141440AFF6}"/>
              </a:ext>
            </a:extLst>
          </p:cNvPr>
          <p:cNvSpPr>
            <a:spLocks xmlns:a="http://schemas.openxmlformats.org/drawingml/2006/main" noGrp="1"/>
          </p:cNvSpPr>
          <p:nvPr/>
        </p:nvSpPr>
        <p:spPr>
          <a:xfrm xmlns:a="http://schemas.openxmlformats.org/drawingml/2006/main">
            <a:off x="5276850" y="34766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460B0817-95F5-41D7-8CC7-225A237FFB99}"/>
              </a:ext>
            </a:extLst>
          </p:cNvPr>
          <p:cNvSpPr>
            <a:spLocks xmlns:a="http://schemas.openxmlformats.org/drawingml/2006/main" noGrp="1"/>
          </p:cNvSpPr>
          <p:nvPr/>
        </p:nvSpPr>
        <p:spPr>
          <a:xfrm xmlns:a="http://schemas.openxmlformats.org/drawingml/2006/main">
            <a:off x="5724525" y="365760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070237AB-E29E-45A9-BAEE-E0426F4A0B20}"/>
              </a:ext>
            </a:extLst>
          </p:cNvPr>
          <p:cNvSpPr>
            <a:spLocks xmlns:a="http://schemas.openxmlformats.org/drawingml/2006/main" noGrp="1"/>
          </p:cNvSpPr>
          <p:nvPr/>
        </p:nvSpPr>
        <p:spPr>
          <a:xfrm xmlns:a="http://schemas.openxmlformats.org/drawingml/2006/main">
            <a:off x="6172200" y="36004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2817EA90-FB69-41DD-825A-23829866AA04}"/>
              </a:ext>
            </a:extLst>
          </p:cNvPr>
          <p:cNvSpPr>
            <a:spLocks xmlns:a="http://schemas.openxmlformats.org/drawingml/2006/main" noGrp="1"/>
          </p:cNvSpPr>
          <p:nvPr/>
        </p:nvSpPr>
        <p:spPr>
          <a:xfrm xmlns:a="http://schemas.openxmlformats.org/drawingml/2006/main">
            <a:off x="6619875" y="354330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43290C69-4E37-40F6-B413-F54F54B19042}"/>
              </a:ext>
            </a:extLst>
          </p:cNvPr>
          <p:cNvSpPr>
            <a:spLocks xmlns:a="http://schemas.openxmlformats.org/drawingml/2006/main" noGrp="1"/>
          </p:cNvSpPr>
          <p:nvPr/>
        </p:nvSpPr>
        <p:spPr>
          <a:xfrm xmlns:a="http://schemas.openxmlformats.org/drawingml/2006/main">
            <a:off x="7067550" y="34861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DCB854FC-D1CB-4413-B18E-2E921D2E048B}"/>
              </a:ext>
            </a:extLst>
          </p:cNvPr>
          <p:cNvSpPr>
            <a:spLocks xmlns:a="http://schemas.openxmlformats.org/drawingml/2006/main" noGrp="1"/>
          </p:cNvSpPr>
          <p:nvPr/>
        </p:nvSpPr>
        <p:spPr>
          <a:xfrm xmlns:a="http://schemas.openxmlformats.org/drawingml/2006/main">
            <a:off x="7515225" y="36671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D23249F0-18D8-4A2C-A9E6-677203CF57D1}"/>
              </a:ext>
            </a:extLst>
          </p:cNvPr>
          <p:cNvSpPr>
            <a:spLocks xmlns:a="http://schemas.openxmlformats.org/drawingml/2006/main" noGrp="1"/>
          </p:cNvSpPr>
          <p:nvPr/>
        </p:nvSpPr>
        <p:spPr>
          <a:xfrm xmlns:a="http://schemas.openxmlformats.org/drawingml/2006/main">
            <a:off x="5410200" y="3609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B46675C0-670A-43D3-A581-D45F356FC934}"/>
              </a:ext>
            </a:extLst>
          </p:cNvPr>
          <p:cNvSpPr>
            <a:spLocks xmlns:a="http://schemas.openxmlformats.org/drawingml/2006/main" noGrp="1"/>
          </p:cNvSpPr>
          <p:nvPr/>
        </p:nvSpPr>
        <p:spPr>
          <a:xfrm xmlns:a="http://schemas.openxmlformats.org/drawingml/2006/main">
            <a:off x="5857875" y="35528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CEAB4DFF-1199-4104-8D60-B6F13E65CA8E}"/>
              </a:ext>
            </a:extLst>
          </p:cNvPr>
          <p:cNvSpPr>
            <a:spLocks xmlns:a="http://schemas.openxmlformats.org/drawingml/2006/main" noGrp="1"/>
          </p:cNvSpPr>
          <p:nvPr/>
        </p:nvSpPr>
        <p:spPr>
          <a:xfrm xmlns:a="http://schemas.openxmlformats.org/drawingml/2006/main">
            <a:off x="6305550" y="3495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7A6AD63A-B185-47E4-96CB-3137A475B05B}"/>
              </a:ext>
            </a:extLst>
          </p:cNvPr>
          <p:cNvSpPr>
            <a:spLocks xmlns:a="http://schemas.openxmlformats.org/drawingml/2006/main" noGrp="1"/>
          </p:cNvSpPr>
          <p:nvPr/>
        </p:nvSpPr>
        <p:spPr>
          <a:xfrm xmlns:a="http://schemas.openxmlformats.org/drawingml/2006/main">
            <a:off x="6753225" y="36766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2B627F5E-AC66-4DB8-97A4-3E9F3B66BEB4}"/>
              </a:ext>
            </a:extLst>
          </p:cNvPr>
          <p:cNvSpPr>
            <a:spLocks xmlns:a="http://schemas.openxmlformats.org/drawingml/2006/main" noGrp="1"/>
          </p:cNvSpPr>
          <p:nvPr/>
        </p:nvSpPr>
        <p:spPr>
          <a:xfrm xmlns:a="http://schemas.openxmlformats.org/drawingml/2006/main">
            <a:off x="7200900" y="36195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BA488240-2B55-4EA6-BFE9-0317FDD41F42}"/>
              </a:ext>
            </a:extLst>
          </p:cNvPr>
          <p:cNvSpPr>
            <a:spLocks xmlns:a="http://schemas.openxmlformats.org/drawingml/2006/main" noGrp="1"/>
          </p:cNvSpPr>
          <p:nvPr/>
        </p:nvSpPr>
        <p:spPr>
          <a:xfrm xmlns:a="http://schemas.openxmlformats.org/drawingml/2006/main">
            <a:off x="5095875" y="35623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60490077-E12A-4D5A-8062-DAC51ABB82AE}"/>
              </a:ext>
            </a:extLst>
          </p:cNvPr>
          <p:cNvSpPr>
            <a:spLocks xmlns:a="http://schemas.openxmlformats.org/drawingml/2006/main" noGrp="1"/>
          </p:cNvSpPr>
          <p:nvPr/>
        </p:nvSpPr>
        <p:spPr>
          <a:xfrm xmlns:a="http://schemas.openxmlformats.org/drawingml/2006/main">
            <a:off x="5543550" y="35052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038115E2-7340-4A2D-961B-BE75A389285B}"/>
              </a:ext>
            </a:extLst>
          </p:cNvPr>
          <p:cNvSpPr>
            <a:spLocks xmlns:a="http://schemas.openxmlformats.org/drawingml/2006/main" noGrp="1"/>
          </p:cNvSpPr>
          <p:nvPr/>
        </p:nvSpPr>
        <p:spPr>
          <a:xfrm xmlns:a="http://schemas.openxmlformats.org/drawingml/2006/main">
            <a:off x="5991225" y="34480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016A8341-3538-45FF-9863-A0B25E47CB09}"/>
              </a:ext>
            </a:extLst>
          </p:cNvPr>
          <p:cNvSpPr>
            <a:spLocks xmlns:a="http://schemas.openxmlformats.org/drawingml/2006/main" noGrp="1"/>
          </p:cNvSpPr>
          <p:nvPr/>
        </p:nvSpPr>
        <p:spPr>
          <a:xfrm xmlns:a="http://schemas.openxmlformats.org/drawingml/2006/main">
            <a:off x="6438900" y="36290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D9AAB2CF-E9DF-439E-9E6C-410056DE2E16}"/>
              </a:ext>
            </a:extLst>
          </p:cNvPr>
          <p:cNvSpPr>
            <a:spLocks xmlns:a="http://schemas.openxmlformats.org/drawingml/2006/main" noGrp="1"/>
          </p:cNvSpPr>
          <p:nvPr/>
        </p:nvSpPr>
        <p:spPr>
          <a:xfrm xmlns:a="http://schemas.openxmlformats.org/drawingml/2006/main">
            <a:off x="6886575" y="35718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A8F169FB-555F-4140-A206-5743EFE93264}"/>
              </a:ext>
            </a:extLst>
          </p:cNvPr>
          <p:cNvSpPr>
            <a:spLocks xmlns:a="http://schemas.openxmlformats.org/drawingml/2006/main" noGrp="1"/>
          </p:cNvSpPr>
          <p:nvPr/>
        </p:nvSpPr>
        <p:spPr>
          <a:xfrm xmlns:a="http://schemas.openxmlformats.org/drawingml/2006/main">
            <a:off x="4010025" y="3314700"/>
            <a:ext cx="990600" cy="942975"/>
          </a:xfrm>
          <a:custGeom xmlns:a="http://schemas.openxmlformats.org/drawingml/2006/main">
            <a:pathLst>
              <a:path w="990600" h="942975">
                <a:moveTo>
                  <a:pt x="0" y="114300"/>
                </a:moveTo>
                <a:lnTo>
                  <a:pt x="266700" y="0"/>
                </a:lnTo>
                <a:lnTo>
                  <a:pt x="714375" y="38100"/>
                </a:lnTo>
                <a:lnTo>
                  <a:pt x="990600" y="114300"/>
                </a:lnTo>
                <a:lnTo>
                  <a:pt x="838200" y="561975"/>
                </a:lnTo>
                <a:lnTo>
                  <a:pt x="619125" y="857250"/>
                </a:lnTo>
                <a:lnTo>
                  <a:pt x="390525" y="942975"/>
                </a:lnTo>
                <a:lnTo>
                  <a:pt x="171450" y="685800"/>
                </a:lnTo>
                <a:close/>
              </a:path>
            </a:pathLst>
          </a:custGeom>
          <a:solidFill xmlns:a="http://schemas.openxmlformats.org/drawingml/2006/main">
            <a:srgbClr val="EE9A59"/>
          </a:solidFill>
          <a:ln xmlns:a="http://schemas.openxmlformats.org/drawingml/2006/main" w="19050">
            <a:solidFill>
              <a:srgbClr val="BA382F"/>
            </a:solidFill>
          </a:ln>
        </p:spPr>
      </p:sp>
      <p:sp>
        <p:nvSpPr>
          <p:cNvPr id="131" name="">
            <a:extLst xmlns:a="http://schemas.openxmlformats.org/drawingml/2006/main">
              <a:ext uri="{FF2B5EF4-FFF2-40B4-BE49-F238E27FC236}">
                <a16:creationId xmlns:a16="http://schemas.microsoft.com/office/drawing/2014/main" id="{D881BF24-2382-4AEF-BB7D-B2E342A08BF0}"/>
              </a:ext>
            </a:extLst>
          </p:cNvPr>
          <p:cNvSpPr>
            <a:spLocks xmlns:a="http://schemas.openxmlformats.org/drawingml/2006/main" noGrp="1"/>
          </p:cNvSpPr>
          <p:nvPr/>
        </p:nvSpPr>
        <p:spPr>
          <a:xfrm xmlns:a="http://schemas.openxmlformats.org/drawingml/2006/main">
            <a:off x="4143375" y="2038350"/>
            <a:ext cx="609600" cy="371475"/>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4171FE30-9E72-425C-A0E3-D8AB1787C83C}"/>
              </a:ext>
            </a:extLst>
          </p:cNvPr>
          <p:cNvSpPr>
            <a:spLocks xmlns:a="http://schemas.openxmlformats.org/drawingml/2006/main" noGrp="1"/>
          </p:cNvSpPr>
          <p:nvPr/>
        </p:nvSpPr>
        <p:spPr>
          <a:xfrm xmlns:a="http://schemas.openxmlformats.org/drawingml/2006/main">
            <a:off x="4143375" y="2409825"/>
            <a:ext cx="609600" cy="1000125"/>
          </a:xfrm>
          <a:custGeom xmlns:a="http://schemas.openxmlformats.org/drawingml/2006/main">
            <a:pathLst>
              <a:path w="609600" h="1000125">
                <a:moveTo>
                  <a:pt x="209550" y="0"/>
                </a:moveTo>
                <a:lnTo>
                  <a:pt x="400050" y="0"/>
                </a:lnTo>
                <a:lnTo>
                  <a:pt x="609600" y="1000125"/>
                </a:lnTo>
                <a:lnTo>
                  <a:pt x="0" y="1000125"/>
                </a:lnTo>
                <a:close/>
              </a:path>
            </a:pathLst>
          </a:custGeom>
          <a:solidFill xmlns:a="http://schemas.openxmlformats.org/drawingml/2006/main">
            <a:srgbClr val="F7BAA7"/>
          </a:solidFill>
          <a:ln xmlns:a="http://schemas.openxmlformats.org/drawingml/2006/main" w="9525">
            <a:noFill/>
          </a:ln>
        </p:spPr>
      </p:sp>
      <p:sp>
        <p:nvSpPr>
          <p:cNvPr id="133" name="">
            <a:extLst xmlns:a="http://schemas.openxmlformats.org/drawingml/2006/main">
              <a:ext uri="{FF2B5EF4-FFF2-40B4-BE49-F238E27FC236}">
                <a16:creationId xmlns:a16="http://schemas.microsoft.com/office/drawing/2014/main" id="{0F812812-EAB4-4143-B241-2F14C473714F}"/>
              </a:ext>
            </a:extLst>
          </p:cNvPr>
          <p:cNvSpPr>
            <a:spLocks xmlns:a="http://schemas.openxmlformats.org/drawingml/2006/main" noGrp="1"/>
          </p:cNvSpPr>
          <p:nvPr/>
        </p:nvSpPr>
        <p:spPr>
          <a:xfrm xmlns:a="http://schemas.openxmlformats.org/drawingml/2006/main">
            <a:off x="5057775" y="2076450"/>
            <a:ext cx="1104900" cy="219075"/>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134" name="">
            <a:extLst xmlns:a="http://schemas.openxmlformats.org/drawingml/2006/main">
              <a:ext uri="{FF2B5EF4-FFF2-40B4-BE49-F238E27FC236}">
                <a16:creationId xmlns:a16="http://schemas.microsoft.com/office/drawing/2014/main" id="{6C451834-8A2D-457F-B15C-5A4EE239B7E9}"/>
              </a:ext>
            </a:extLst>
          </p:cNvPr>
          <p:cNvSpPr>
            <a:spLocks xmlns:a="http://schemas.openxmlformats.org/drawingml/2006/main" noGrp="1"/>
          </p:cNvSpPr>
          <p:nvPr/>
        </p:nvSpPr>
        <p:spPr>
          <a:xfrm xmlns:a="http://schemas.openxmlformats.org/drawingml/2006/main">
            <a:off x="6334125" y="19812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Laser scan</a:t>
            </a:r>
          </a:p>
        </p:txBody>
      </p:sp>
      <p:sp>
        <p:nvSpPr>
          <p:cNvPr id="135" name="">
            <a:extLst xmlns:a="http://schemas.openxmlformats.org/drawingml/2006/main">
              <a:ext uri="{FF2B5EF4-FFF2-40B4-BE49-F238E27FC236}">
                <a16:creationId xmlns:a16="http://schemas.microsoft.com/office/drawing/2014/main" id="{CFEF9844-A813-4F53-BA29-B9AE8E459DBA}"/>
              </a:ext>
            </a:extLst>
          </p:cNvPr>
          <p:cNvSpPr>
            <a:spLocks xmlns:a="http://schemas.openxmlformats.org/drawingml/2006/main" noGrp="1"/>
          </p:cNvSpPr>
          <p:nvPr/>
        </p:nvSpPr>
        <p:spPr>
          <a:xfrm xmlns:a="http://schemas.openxmlformats.org/drawingml/2006/main">
            <a:off x="895350" y="28956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Track (target)</a:t>
            </a:r>
          </a:p>
        </p:txBody>
      </p:sp>
      <p:sp>
        <p:nvSpPr>
          <p:cNvPr id="136" name="">
            <a:extLst xmlns:a="http://schemas.openxmlformats.org/drawingml/2006/main">
              <a:ext uri="{FF2B5EF4-FFF2-40B4-BE49-F238E27FC236}">
                <a16:creationId xmlns:a16="http://schemas.microsoft.com/office/drawing/2014/main" id="{AEBA0DD2-DC50-49C0-9267-D43AADD43E18}"/>
              </a:ext>
            </a:extLst>
          </p:cNvPr>
          <p:cNvSpPr>
            <a:spLocks xmlns:a="http://schemas.openxmlformats.org/drawingml/2006/main" noGrp="1"/>
          </p:cNvSpPr>
          <p:nvPr/>
        </p:nvSpPr>
        <p:spPr>
          <a:xfrm xmlns:a="http://schemas.openxmlformats.org/drawingml/2006/main">
            <a:off x="5876925" y="28956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Precoat</a:t>
            </a:r>
          </a:p>
        </p:txBody>
      </p:sp>
      <p:sp>
        <p:nvSpPr>
          <p:cNvPr id="137" name="">
            <a:extLst xmlns:a="http://schemas.openxmlformats.org/drawingml/2006/main">
              <a:ext uri="{FF2B5EF4-FFF2-40B4-BE49-F238E27FC236}">
                <a16:creationId xmlns:a16="http://schemas.microsoft.com/office/drawing/2014/main" id="{13CCC89E-EF23-4492-8F75-66CC1F48EF6F}"/>
              </a:ext>
            </a:extLst>
          </p:cNvPr>
          <p:cNvSpPr>
            <a:spLocks xmlns:a="http://schemas.openxmlformats.org/drawingml/2006/main" noGrp="1"/>
          </p:cNvSpPr>
          <p:nvPr/>
        </p:nvSpPr>
        <p:spPr>
          <a:xfrm xmlns:a="http://schemas.openxmlformats.org/drawingml/2006/main">
            <a:off x="1028700" y="44100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CoNiCrAlY</a:t>
            </a:r>
          </a:p>
        </p:txBody>
      </p:sp>
      <p:sp>
        <p:nvSpPr>
          <p:cNvPr id="138" name="">
            <a:extLst xmlns:a="http://schemas.openxmlformats.org/drawingml/2006/main">
              <a:ext uri="{FF2B5EF4-FFF2-40B4-BE49-F238E27FC236}">
                <a16:creationId xmlns:a16="http://schemas.microsoft.com/office/drawing/2014/main" id="{18868A38-5C2B-4027-BB87-6A0DC594BA70}"/>
              </a:ext>
            </a:extLst>
          </p:cNvPr>
          <p:cNvSpPr>
            <a:spLocks xmlns:a="http://schemas.openxmlformats.org/drawingml/2006/main" noGrp="1"/>
          </p:cNvSpPr>
          <p:nvPr/>
        </p:nvSpPr>
        <p:spPr>
          <a:xfrm xmlns:a="http://schemas.openxmlformats.org/drawingml/2006/main">
            <a:off x="5019675" y="4324350"/>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BA382F"/>
                </a:solidFill>
                <a:latin typeface="Times New Roman"/>
                <a:ea typeface="Times New Roman"/>
                <a:cs typeface="Times New Roman"/>
              </a:defRPr>
            </a:defPPr>
          </a:lstStyle>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Local melt zone</a:t>
            </a:r>
          </a:p>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(to be controlled)</a:t>
            </a:r>
          </a:p>
        </p:txBody>
      </p:sp>
      <p:sp>
        <p:nvSpPr>
          <p:cNvPr id="139" name="">
            <a:extLst xmlns:a="http://schemas.openxmlformats.org/drawingml/2006/main">
              <a:ext uri="{FF2B5EF4-FFF2-40B4-BE49-F238E27FC236}">
                <a16:creationId xmlns:a16="http://schemas.microsoft.com/office/drawing/2014/main" id="{92F480BE-DCE4-47BA-8DFA-5EA97185598B}"/>
              </a:ext>
            </a:extLst>
          </p:cNvPr>
          <p:cNvSpPr>
            <a:spLocks xmlns:a="http://schemas.openxmlformats.org/drawingml/2006/main" noGrp="1"/>
          </p:cNvSpPr>
          <p:nvPr/>
        </p:nvSpPr>
        <p:spPr>
          <a:xfrm xmlns:a="http://schemas.openxmlformats.org/drawingml/2006/main">
            <a:off x="4733925" y="4038600"/>
            <a:ext cx="428625" cy="314325"/>
          </a:xfrm>
          <a:custGeom xmlns:a="http://schemas.openxmlformats.org/drawingml/2006/main">
            <a:pathLst>
              <a:path w="428625" h="314325">
                <a:moveTo>
                  <a:pt x="0" y="0"/>
                </a:moveTo>
                <a:lnTo>
                  <a:pt x="428625" y="314325"/>
                </a:lnTo>
              </a:path>
            </a:pathLst>
          </a:custGeom>
          <a:noFill xmlns:a="http://schemas.openxmlformats.org/drawingml/2006/main"/>
          <a:ln xmlns:a="http://schemas.openxmlformats.org/drawingml/2006/main" w="19050">
            <a:solidFill>
              <a:srgbClr val="BA382F"/>
            </a:solidFill>
          </a:ln>
        </p:spPr>
      </p:sp>
      <p:sp>
        <p:nvSpPr>
          <p:cNvPr id="140" name="">
            <a:extLst xmlns:a="http://schemas.openxmlformats.org/drawingml/2006/main">
              <a:ext uri="{FF2B5EF4-FFF2-40B4-BE49-F238E27FC236}">
                <a16:creationId xmlns:a16="http://schemas.microsoft.com/office/drawing/2014/main" id="{170EB253-BC01-449A-9290-23DC9A175CC4}"/>
              </a:ext>
            </a:extLst>
          </p:cNvPr>
          <p:cNvSpPr>
            <a:spLocks xmlns:a="http://schemas.openxmlformats.org/drawingml/2006/main" noGrp="1"/>
          </p:cNvSpPr>
          <p:nvPr/>
        </p:nvSpPr>
        <p:spPr>
          <a:xfrm xmlns:a="http://schemas.openxmlformats.org/drawingml/2006/main">
            <a:off x="657225" y="521970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E335B"/>
                </a:solidFill>
                <a:latin typeface="Times New Roman"/>
                <a:ea typeface="Times New Roman"/>
                <a:cs typeface="Times New Roman"/>
              </a:defRPr>
            </a:defPPr>
          </a:lstStyle>
          <a:p xmlns:a="http://schemas.openxmlformats.org/drawingml/2006/main">
            <a:pPr algn="l">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Gold: YAG · Blue: alumina-based phase</a:t>
            </a:r>
          </a:p>
        </p:txBody>
      </p:sp>
      <p:sp>
        <p:nvSpPr>
          <p:cNvPr id="141" name="">
            <a:extLst xmlns:a="http://schemas.openxmlformats.org/drawingml/2006/main">
              <a:ext uri="{FF2B5EF4-FFF2-40B4-BE49-F238E27FC236}">
                <a16:creationId xmlns:a16="http://schemas.microsoft.com/office/drawing/2014/main" id="{98BFA17E-00EE-477D-925F-B4D02C1441CE}"/>
              </a:ext>
            </a:extLst>
          </p:cNvPr>
          <p:cNvSpPr>
            <a:spLocks xmlns:a="http://schemas.openxmlformats.org/drawingml/2006/main" noGrp="1"/>
          </p:cNvSpPr>
          <p:nvPr/>
        </p:nvSpPr>
        <p:spPr>
          <a:xfrm xmlns:a="http://schemas.openxmlformats.org/drawingml/2006/main">
            <a:off x="8677275" y="14763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Control</a:t>
            </a:r>
          </a:p>
        </p:txBody>
      </p:sp>
      <p:sp>
        <p:nvSpPr>
          <p:cNvPr id="142" name="">
            <a:extLst xmlns:a="http://schemas.openxmlformats.org/drawingml/2006/main">
              <a:ext uri="{FF2B5EF4-FFF2-40B4-BE49-F238E27FC236}">
                <a16:creationId xmlns:a16="http://schemas.microsoft.com/office/drawing/2014/main" id="{DD6ECBAA-D464-4DC2-AC86-0DFE038A5EB3}"/>
              </a:ext>
            </a:extLst>
          </p:cNvPr>
          <p:cNvSpPr>
            <a:spLocks xmlns:a="http://schemas.openxmlformats.org/drawingml/2006/main" noGrp="1"/>
          </p:cNvSpPr>
          <p:nvPr/>
        </p:nvSpPr>
        <p:spPr>
          <a:xfrm xmlns:a="http://schemas.openxmlformats.org/drawingml/2006/main">
            <a:off x="8677275" y="200977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Precoat mass</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Laser input</a:t>
            </a:r>
          </a:p>
        </p:txBody>
      </p:sp>
      <p:sp>
        <p:nvSpPr>
          <p:cNvPr id="143" name="">
            <a:extLst xmlns:a="http://schemas.openxmlformats.org/drawingml/2006/main">
              <a:ext uri="{FF2B5EF4-FFF2-40B4-BE49-F238E27FC236}">
                <a16:creationId xmlns:a16="http://schemas.microsoft.com/office/drawing/2014/main" id="{68AA136E-69EB-49F9-A856-7EC1BFF848A2}"/>
              </a:ext>
            </a:extLst>
          </p:cNvPr>
          <p:cNvSpPr>
            <a:spLocks xmlns:a="http://schemas.openxmlformats.org/drawingml/2006/main" noGrp="1"/>
          </p:cNvSpPr>
          <p:nvPr/>
        </p:nvSpPr>
        <p:spPr>
          <a:xfrm xmlns:a="http://schemas.openxmlformats.org/drawingml/2006/main">
            <a:off x="8677275" y="33147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Verify</a:t>
            </a:r>
          </a:p>
        </p:txBody>
      </p:sp>
      <p:sp>
        <p:nvSpPr>
          <p:cNvPr id="144" name="">
            <a:extLst xmlns:a="http://schemas.openxmlformats.org/drawingml/2006/main">
              <a:ext uri="{FF2B5EF4-FFF2-40B4-BE49-F238E27FC236}">
                <a16:creationId xmlns:a16="http://schemas.microsoft.com/office/drawing/2014/main" id="{B597F799-CE10-4CE1-8039-5E22F098D92B}"/>
              </a:ext>
            </a:extLst>
          </p:cNvPr>
          <p:cNvSpPr>
            <a:spLocks xmlns:a="http://schemas.openxmlformats.org/drawingml/2006/main" noGrp="1"/>
          </p:cNvSpPr>
          <p:nvPr/>
        </p:nvSpPr>
        <p:spPr>
          <a:xfrm xmlns:a="http://schemas.openxmlformats.org/drawingml/2006/main">
            <a:off x="8677275" y="384810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Thickness</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Phases + cracks</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Interface adhesion</a:t>
            </a:r>
          </a:p>
        </p:txBody>
      </p:sp>
      <p:pic>
        <p:nvPicPr>
          <p:cNvPr id="145" name="">
            <a:extLst xmlns:a="http://schemas.openxmlformats.org/drawingml/2006/main">
              <a:ext uri="{FF2B5EF4-FFF2-40B4-BE49-F238E27FC236}">
                <a16:creationId xmlns:a16="http://schemas.microsoft.com/office/drawing/2014/main" id="{79F80809-3B9D-40AA-A8E3-05962EB5F998}"/>
              </a:ext>
            </a:extLst>
          </p:cNvPr>
          <p:cNvPicPr>
            <a:picLocks xmlns:a="http://schemas.openxmlformats.org/drawingml/2006/main" noChangeAspect="1"/>
          </p:cNvPicPr>
          <p:nvPr/>
        </p:nvPicPr>
        <p:blipFill>
          <a:blip xmlns:r="http://schemas.openxmlformats.org/officeDocument/2006/relationships" xmlns:a="http://schemas.openxmlformats.org/drawingml/2006/main" r:embed="Ra0a935bc713140a6">
            <a:extLst>
              <a:ext uri="{96DAC541-7B7A-43D3-8B79-37D633B846F1}">
                <asvg:svgBlip xmlns:asvg="http://schemas.microsoft.com/office/drawing/2016/SVG/main" r:embed="R046b40ad58534fc2"/>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00146551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形状 15">
            <a:extLst xmlns:a="http://schemas.openxmlformats.org/drawingml/2006/main">
              <a:ext uri="{FF2B5EF4-FFF2-40B4-BE49-F238E27FC236}">
                <a16:creationId xmlns:a16="http://schemas.microsoft.com/office/drawing/2014/main" id="{3855835D-FB42-426C-BD47-3576120E3B4F}"/>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7" name="任意多边形: 形状 16">
            <a:extLst xmlns:a="http://schemas.openxmlformats.org/drawingml/2006/main">
              <a:ext uri="{FF2B5EF4-FFF2-40B4-BE49-F238E27FC236}">
                <a16:creationId xmlns:a16="http://schemas.microsoft.com/office/drawing/2014/main" id="{5263F89A-6CCA-4496-A792-6772114E084F}"/>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4" name="任意多边形: 形状 13">
            <a:extLst xmlns:a="http://schemas.openxmlformats.org/drawingml/2006/main">
              <a:ext uri="{FF2B5EF4-FFF2-40B4-BE49-F238E27FC236}">
                <a16:creationId xmlns:a16="http://schemas.microsoft.com/office/drawing/2014/main" id="{E2ED015A-4E79-4BEB-A8B0-265FA4D2C109}"/>
              </a:ext>
            </a:extLst>
          </p:cNvPr>
          <p:cNvSpPr>
            <a:spLocks xmlns:a="http://schemas.openxmlformats.org/drawingml/2006/main" noGrp="1"/>
          </p:cNvSpPr>
          <p:nvPr/>
        </p:nvSpPr>
        <p:spPr>
          <a:xfrm xmlns:a="http://schemas.openxmlformats.org/drawingml/2006/main">
            <a:off x="0" y="0"/>
            <a:ext cx="12192000" cy="6142893"/>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8" name="任意多边形: 形状 17">
            <a:extLst xmlns:a="http://schemas.openxmlformats.org/drawingml/2006/main">
              <a:ext uri="{FF2B5EF4-FFF2-40B4-BE49-F238E27FC236}">
                <a16:creationId xmlns:a16="http://schemas.microsoft.com/office/drawing/2014/main" id="{90768A5F-1FF8-4637-97E8-99DA95EE7792}"/>
              </a:ext>
            </a:extLst>
          </p:cNvPr>
          <p:cNvSpPr>
            <a:spLocks xmlns:a="http://schemas.openxmlformats.org/drawingml/2006/main" noGrp="1"/>
          </p:cNvSpPr>
          <p:nvPr/>
        </p:nvSpPr>
        <p:spPr>
          <a:xfrm xmlns:a="http://schemas.openxmlformats.org/drawingml/2006/main">
            <a:off x="0" y="557937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A0BF9C95-E849-4AB2-ADFF-44A604C3B04D}"/>
              </a:ext>
            </a:extLst>
          </p:cNvPr>
          <p:cNvSpPr>
            <a:spLocks xmlns:a="http://schemas.openxmlformats.org/drawingml/2006/main" noGrp="1"/>
          </p:cNvSpPr>
          <p:nvPr/>
        </p:nvSpPr>
        <p:spPr>
          <a:xfrm xmlns:a="http://schemas.openxmlformats.org/drawingml/2006/main">
            <a:off x="195775" y="1105710"/>
            <a:ext cx="11800450" cy="24184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20000"/>
              </a:lnSpc>
              <a:buNone/>
            </a:pPr>
            <a:r>
              <a:rPr sz="13800">
                <a:solidFill>
                  <a:schemeClr val="bg1"/>
                </a:solidFill>
              </a:rPr>
              <a:t>Thank You</a:t>
            </a:r>
            <a:endParaRPr sz="13800">
              <a:solidFill>
                <a:schemeClr val="bg1"/>
              </a:solidFill>
              <a:latin typeface="Times New Roman"/>
              <a:ea typeface="Times New Roman"/>
              <a:cs typeface="Times New Roman"/>
            </a:endParaRPr>
          </a:p>
        </p:txBody>
      </p:sp>
      <p:sp>
        <p:nvSpPr>
          <p:cNvPr id="2" name="文本框 1">
            <a:extLst xmlns:a="http://schemas.openxmlformats.org/drawingml/2006/main">
              <a:ext uri="{FF2B5EF4-FFF2-40B4-BE49-F238E27FC236}">
                <a16:creationId xmlns:a16="http://schemas.microsoft.com/office/drawing/2014/main" id="{EE963717-9B2A-4ACB-9CC8-FA3E91AB7F40}"/>
              </a:ext>
            </a:extLst>
          </p:cNvPr>
          <p:cNvSpPr>
            <a:spLocks xmlns:a="http://schemas.openxmlformats.org/drawingml/2006/main" noGrp="1"/>
          </p:cNvSpPr>
          <p:nvPr/>
        </p:nvSpPr>
        <p:spPr>
          <a:xfrm xmlns:a="http://schemas.openxmlformats.org/drawingml/2006/main">
            <a:off x="1423988" y="4208780"/>
            <a:ext cx="9344025" cy="9531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solidFill>
                  <a:schemeClr val="bg1"/>
                </a:solidFill>
              </a:rPr>
              <a:t>Dear Professor Chen,</a:t>
            </a:r>
          </a:p>
          <a:p xmlns:a="http://schemas.openxmlformats.org/drawingml/2006/main">
            <a:pPr algn="ctr">
              <a:buNone/>
            </a:pPr>
            <a:r>
              <a:rPr sz="2800" b="1">
                <a:solidFill>
                  <a:schemeClr val="bg1"/>
                </a:solidFill>
              </a:rPr>
              <a:t>I would welcome your valuable comments and suggestions.</a:t>
            </a:r>
          </a:p>
        </p:txBody>
      </p:sp>
    </p:spTree>
    <p:extLst>
      <p:ext uri="{BB962C8B-B14F-4D97-AF65-F5344CB8AC3E}">
        <p14:creationId xmlns:p14="http://schemas.microsoft.com/office/powerpoint/2010/main" val="2141603464"/>
      </p:ext>
    </p:extLst>
  </p:cSld>
</p:sld>
</file>

<file path=ppt/theme/theme1.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2026-10-18T04:35:52.9900000Z</dcterms:created>
  <dcterms:modified xsi:type="dcterms:W3CDTF">2026-10-18T04:35:52.9900000Z</dcterms:modified>
</coreProperties>
</file>